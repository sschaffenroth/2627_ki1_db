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26"/>
  </p:notesMasterIdLst>
  <p:handoutMasterIdLst>
    <p:handoutMasterId r:id="rId27"/>
  </p:handoutMasterIdLst>
  <p:sldIdLst>
    <p:sldId id="256" r:id="rId5"/>
    <p:sldId id="276" r:id="rId6"/>
    <p:sldId id="257" r:id="rId7"/>
    <p:sldId id="258" r:id="rId8"/>
    <p:sldId id="261" r:id="rId9"/>
    <p:sldId id="262" r:id="rId10"/>
    <p:sldId id="260" r:id="rId11"/>
    <p:sldId id="259" r:id="rId12"/>
    <p:sldId id="263" r:id="rId13"/>
    <p:sldId id="264" r:id="rId14"/>
    <p:sldId id="265" r:id="rId15"/>
    <p:sldId id="266" r:id="rId16"/>
    <p:sldId id="268" r:id="rId17"/>
    <p:sldId id="267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C3872D-EAB2-4A52-9A32-96B613CDF3E9}" v="1" dt="2026-09-24T06:46:44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12" y="42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chaffenroth" userId="83ba2d4c-f1cc-45fa-9036-06081a77fcd1" providerId="ADAL" clId="{F2154472-16D7-46D5-B8D0-F8FEF091E191}"/>
    <pc:docChg chg="addSld modSld sldOrd">
      <pc:chgData name="Sebastian Schaffenroth" userId="83ba2d4c-f1cc-45fa-9036-06081a77fcd1" providerId="ADAL" clId="{F2154472-16D7-46D5-B8D0-F8FEF091E191}" dt="2026-09-24T06:46:44.747" v="22"/>
      <pc:docMkLst>
        <pc:docMk/>
      </pc:docMkLst>
      <pc:sldChg chg="addSp">
        <pc:chgData name="Sebastian Schaffenroth" userId="83ba2d4c-f1cc-45fa-9036-06081a77fcd1" providerId="ADAL" clId="{F2154472-16D7-46D5-B8D0-F8FEF091E191}" dt="2026-09-24T06:46:44.747" v="22"/>
        <pc:sldMkLst>
          <pc:docMk/>
          <pc:sldMk cId="0" sldId="268"/>
        </pc:sldMkLst>
        <pc:inkChg chg="add">
          <ac:chgData name="Sebastian Schaffenroth" userId="83ba2d4c-f1cc-45fa-9036-06081a77fcd1" providerId="ADAL" clId="{F2154472-16D7-46D5-B8D0-F8FEF091E191}" dt="2026-09-24T06:46:44.747" v="22"/>
          <ac:inkMkLst>
            <pc:docMk/>
            <pc:sldMk cId="0" sldId="268"/>
            <ac:inkMk id="7" creationId="{D42A35A9-EB04-9D02-E186-B643B991F8CE}"/>
          </ac:inkMkLst>
        </pc:inkChg>
      </pc:sldChg>
      <pc:sldChg chg="addSp delSp modSp new mod ord">
        <pc:chgData name="Sebastian Schaffenroth" userId="83ba2d4c-f1cc-45fa-9036-06081a77fcd1" providerId="ADAL" clId="{F2154472-16D7-46D5-B8D0-F8FEF091E191}" dt="2026-09-24T05:54:53.442" v="21"/>
        <pc:sldMkLst>
          <pc:docMk/>
          <pc:sldMk cId="975611767" sldId="276"/>
        </pc:sldMkLst>
        <pc:spChg chg="mod">
          <ac:chgData name="Sebastian Schaffenroth" userId="83ba2d4c-f1cc-45fa-9036-06081a77fcd1" providerId="ADAL" clId="{F2154472-16D7-46D5-B8D0-F8FEF091E191}" dt="2026-09-24T05:54:51.115" v="19" actId="20577"/>
          <ac:spMkLst>
            <pc:docMk/>
            <pc:sldMk cId="975611767" sldId="276"/>
            <ac:spMk id="2" creationId="{C6BF1B48-903E-8E5F-AF7F-6C1118BD72CF}"/>
          </ac:spMkLst>
        </pc:spChg>
        <pc:spChg chg="del">
          <ac:chgData name="Sebastian Schaffenroth" userId="83ba2d4c-f1cc-45fa-9036-06081a77fcd1" providerId="ADAL" clId="{F2154472-16D7-46D5-B8D0-F8FEF091E191}" dt="2026-09-24T05:54:44.340" v="7"/>
          <ac:spMkLst>
            <pc:docMk/>
            <pc:sldMk cId="975611767" sldId="276"/>
            <ac:spMk id="3" creationId="{771E7433-9290-5EE9-629D-0E53B4946FF0}"/>
          </ac:spMkLst>
        </pc:spChg>
        <pc:spChg chg="add del mod">
          <ac:chgData name="Sebastian Schaffenroth" userId="83ba2d4c-f1cc-45fa-9036-06081a77fcd1" providerId="ADAL" clId="{F2154472-16D7-46D5-B8D0-F8FEF091E191}" dt="2026-09-24T05:54:53.442" v="21"/>
          <ac:spMkLst>
            <pc:docMk/>
            <pc:sldMk cId="975611767" sldId="276"/>
            <ac:spMk id="6" creationId="{F432B730-DA56-892F-3250-C25AED640DF6}"/>
          </ac:spMkLst>
        </pc:spChg>
        <pc:picChg chg="add mod ord">
          <ac:chgData name="Sebastian Schaffenroth" userId="83ba2d4c-f1cc-45fa-9036-06081a77fcd1" providerId="ADAL" clId="{F2154472-16D7-46D5-B8D0-F8FEF091E191}" dt="2026-09-24T05:54:48.437" v="9" actId="14100"/>
          <ac:picMkLst>
            <pc:docMk/>
            <pc:sldMk cId="975611767" sldId="276"/>
            <ac:picMk id="8" creationId="{2ED5717A-FF07-1391-ADD9-CF478CD4834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24.09.2026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0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5.7616" units="1/cm"/>
          <inkml:channelProperty channel="Y" name="resolution" value="636.6137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24T06:26:09.8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0">
        <inkml:traceFormat>
          <inkml:channel name="X" type="integer" max="3600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9.2053" units="1/cm"/>
          <inkml:channelProperty channel="Y" name="resolution" value="119.36508" units="1/cm"/>
          <inkml:channelProperty channel="T" name="resolution" value="1" units="1/dev"/>
        </inkml:channelProperties>
      </inkml:inkSource>
      <inkml:timestamp xml:id="ts1" timeString="2026-09-24T06:33:49.992"/>
    </inkml:context>
  </inkml:definitions>
  <inkml:trace contextRef="#ctx0" brushRef="#br0">7098 4976 464 0,'0'0'0'0,"0"0"0"0,0 0 0 0,0 0 46 0,0 0 1 0,0 0-1 0,0 0 1 0,0 0-31 0,0 0 1 0,0 0 0 16,0 0 0-16,0 0 72 0,-25-16 2 0,25 16-1 15,0 0 1-15,0 0-74 0,0 0 1 0,-11 14-1 16,11-14 1-16,0 14 47 0,0-14 1 0,-3 11-1 16,6 2 1-16,-3 12-48 0,-3 0 0 0,3 0 0 15,0 11 0-15,0 0 36 0,0-3 0 0,0-3 0 16,0 6 0-16,0-14-37 0,-8-3 1 0,8 3-1 0,0 3 1 15,0 3 6-15,0-9 0 0,-5-8 1 0,10 8 0 16,-5 1-13-16,0-4 0 0,0-2 1 0,0-6-1 16,8 3 13-16,-8-11-1 0,0 22 1 0,0-22 0 15,0 14-13-15,0-14 1 0,0 0-1 0,0 11 0 16,0-11 6-16,0 0 0 0,0 11 0 0,0-11 1 16,0 0-9-16,0 0 0 0,0 14 0 0,0-14 2 15,0 0 1-15,0 0 2 0,0 0-1 0,0 0 1 0,0 0-7 16,0 0 1-16,0 0 0 0</inkml:trace>
  <inkml:trace contextRef="#ctx0" brushRef="#br0" timeOffset="475.54">7250 5357 1318 0,'0'0'0'0,"0"0"0"0,0 0 0 0,0 0 48 0,0 0 1 0,0 0-1 0,0 0 0 0,-16 36-31 15,16-30 0-15,-9 5 0 16,9-11-1-16,-5 19 21 0,-3-8 0 0,8-11 1 0,-6 19 0 0,6-5-24 16,0-14 2-16,-5 14 0 0,5-14-1 15,0 16 3-15,0-16 1 0,0 0 1 0,0 0-1 0,0 0-9 0,0 0 0 16,11 6 0-16,-11-6 1 0,13-11-9 0,-13 11 2 16,23-22-1-16,-10 5 0 0,7-2 0 0,-6 0-1 0,-3-1 0 15,8 4 2-15,0-1-4 0,1 1 0 16,-4 2 0-16,4-3 1 0,2 9-1 0,-3 0 0 0,-5 5 0 15,0 0 1-15,0 3-1 0,-3-5 1 0,-11 5 0 16,19 5 0-16,-19-5-1 0,6 9 1 0,-6-9-1 16,8 13 1-16,-2 4 2 0,-4-3-1 0,4 2 0 15,-6 4 0-15,0 2 0 0,0-3 0 0,0 0-1 16,5 6 1-16,-5 3 4 0,0-9-1 0,0-5 1 0,6 2 0 16,-3-2-3-16,-3-14 1 15,8 11 1-15,-8-11-1 0,14 8 2 0,-14-8 1 0,16 6-2 0</inkml:trace>
  <inkml:trace contextRef="#ctx0" brushRef="#br0" timeOffset="697.07">7895 4988 1332 0,'0'0'0'15,"0"0"25"-15,0 0 2 0,-5 35-1 16,5-2 1-16,-6 6-15 0,0 5 1 0,4 0-1 0,2-5 2 0,-6 2 30 0,1-16 2 16,-4 6 0-16,9-4 0 0,0 6-30 0,-5-16 1 0,-1 5 0 15,12 3 0 1,-6 0-6-16,0-12 0 0,0 4 0 0</inkml:trace>
  <inkml:trace contextRef="#ctx0" brushRef="#br0" timeOffset="887.27">7807 5332 1281 0,'0'0'0'16,"0"0"0"-16,0 0 0 0,11-5 9 0,-11 5 1 15,8-3 0-15,6 0 0 0,2 1-4 0,4 2 1 0,-1-6-1 16,6 6 1-16,3 6 13 0,-3-6 1 15,2 2-1-15</inkml:trace>
  <inkml:trace contextRef="#ctx0" brushRef="#br0" timeOffset="1418.81">8241 5523 1117 0,'0'0'0'0,"0"0"0"0,0 0 0 0,0 0 14 0,0 0-1 16,0 0 1-16,28 0 0 0,-20 0-6 0,3-3 1 16,6 0-1-16,-6 0 1 0,8-2 32 0,3-1 2 0,-2-5-1 15,4 6 0-15,1-9-26 0,-11 3 0 0,3 3-1 16,-1-9 2-16,-2 3 16 0,-3 1-1 0,-5 2 1 15,-6 11 0-15,14-14-19 0,-14 14 1 16,0-17-1-16,0 17 1 0,0-11 14 0,0 11 1 0,-6-14 0 16,6 14 1-16,-14-11-18 0,0 11 1 15,3 0-1-15,-5 0 2 0,-6 0 12 0,-6 0 1 0,3 0 0 16,0 0 0-16,-3 9-16 0,4 2 2 0,-4-6-1 16,11 6 1-16,-2 0 13 0,5 3 1 0,0-8-1 15,9 10 1-15,-4-2-16 0,4-6 1 0,5 3 1 0,0 3-1 16,0 3 16-16,5-4 2 0,4 4-2 15,5-6 1-15,2 0-16 0,4 3-1 0,-9-9 1 16,19 1 0-16,-5 2 5 0,0-2 0 0,3-6 0 0,5 0 1 16,-3 2-10-16,-8-4 1 0,9-9-1 0</inkml:trace>
  <inkml:trace contextRef="#ctx0" brushRef="#br0" timeOffset="1852.69">8700 5332 1557 0,'0'0'0'0,"0"0"48"16,-27 0 1-16,16 0-1 0,11 0 1 0,-17 11-32 15,17-11 0-15,-14 14 0 0,14-14 0 0,-14 17 36 0,11-9 2 16,3-8-1-16,-5 17 1 16,5-1-38-16,0-2 1 0,0-14-1 0,5 19 1 0,-2-10 0 0,-3-9 0 15,9 16 0-15,4-8 1 0,1-2-9 0,0-1 0 0,-6-5 0 16,9 6 0-16,2-6-6 0,1-6-1 0,-1 1 0 15,-5-1 2-15,5-2-3 0,-8 3 1 0,9-9 0 16,2 8 0-16,-3-5 0 0,-5 3 2 0,0-6-2 0,2 3 2 16,-7 3-3-16,-9 8 1 0,14-3 1 0,-14 3-1 15,11-8 2-15,-11 8-1 0,13 3 1 0,-13-3-1 0,12 11-1 16,-12-11 1-16,8 16-1 0,0 3 0 0,0 4 2 16,4 1-1-16,-10 9 1 0,12-2 1 15,-8 7-3-15,-6-4 0 0,2 4 1 0,4-8 0 0,-14-2 1 0,2 2-1 16,1 1 1-16,-6-9-1 0,-1 3-1 15,1 0 1-15,-2-6-1 16,-7-5 1-16,1 2-2 0,-1-2 1 0,-4-3 1 0,4-8-1 0,-7-3-1 0,4 0 0 16,1 0 1-16,3-9 0 15,-12 1-1-15,4 3 2 0,2-12-2 0,11 1 1 0,-8-1-1 0,-3 0 1 0,8 4-1 16,9-7 0-16,-3 4 2 16,5-3 0-16,6-9-1 0,6 9 2 15,0-6-3-15,-1 3 2 0,9 2-1 0</inkml:trace>
  <inkml:trace contextRef="#ctx0" brushRef="#br0" timeOffset="2436.73">9561 5415 1569 0,'0'0'0'0,"0"0"0"0,0 0 0 0,0 0 26 0,0 0 1 0,0 0 0 0,27 0 0 0,-16 0-15 0,3 0 2 0,-3-5-2 31,3 5 2-31,0-9 50 0,5 4 0 0,-10 2 0 0,5-5 1 0,-1 2-47 0,-13 6 0 16,17-22 0-16,-17 22-1 0,6-16 28 0,-6 16 0 0,5-17 0 15,-5 17 1-15,-5-16-30 0,5 16 1 0,-14-14 0 16,0 3-1-16,0 8 3 0,-3-3 2 0,4 6-2 16,-7 0 1-16,-5 0-10 0,6 6 1 0,0-1-1 15,-1 9 2 1,1 6 1-16,8-7 0 0,0-2 1 0,2 3 1 0,1 3-8 0,-6-3 2 0,9-1-1 0,5 7 1 31,0-1 7-31,0-2 0 0,0-1-1 0,5-2 2 0,1 8-8 0,-6-11 1 0,8 0-1 0,-8-11 1 16,17 14 5-1,-6-9 0-15,0-2-1 0,3-3 2 0,2-3-7 16,4-2 0-16,-7-6 0 0,7 5 0 0,2-13 3 0,-3 2 2 16,1-2-1-16,2 3 0 0,0-1-5 15,-3 6 0-15,1-3 0 0,10-2 1 0,-10 10 1 0,-1-5 1 16,3 3 1-16,6-6-1 0,-6 6-4 0,-3 2-1 15,3 1 1-15,3-4 1 0,0 1 4 0,-5 3 2 16,-1 5-1-16,6-6 1 0,8 1-7 0,-14 2 1 16,1 0 0-16,13 0 1 0,6-2 2 0,5 5 2 15,-3 0-1-15</inkml:trace>
  <inkml:trace contextRef="#ctx0" brushRef="#br0" timeOffset="53487.74">7040 6003 954 0,'0'0'0'0,"0"0"0"0,0 0 0 0,0 0 35 0,0 0 1 0,0 0 0 0,0 0 0 15,0 0-21-15,0 0-1 0,0 0 1 0,0 0 0 16,0 0 91-16,0 0-1 0,0 0 1 0,0 0-1 16,0 0-89-16,0 0 1 0,0 0-1 0,0 0 1 0,0 0 67 15,0 0 1-15,0 0 0 0,47 33 1 0,-27-28-70 16,-1-5 2-16,0 3 0 0,1 0 0 0,-1 0 34 0,-2 2 1 15,-6-5-1-15,11 3 1 0,-3-3-36 0,-2 3 0 16,-1-3 0-16,4-3 1 0,2 3 7 0,-3 0 1 16,1 0 0-16,2 0 0 0,0-3-14 15,-3 3 0-15,1-5 1 0,-1-1 0 0,0 3 12 0,-8 3 0 0,3-5-1 16,0-1 2-16,0 1-14 0,-14 5 1 0,17-6-1 16,-17 6 2-16,11-5 7 0,-11 5 0 0,0 0 1 15,0 0 0-15,13-6-11 0,-13 6 1 0,0 0-1 16</inkml:trace>
  <inkml:trace contextRef="#ctx0" brushRef="#br0" timeOffset="53852.75">7455 6077 1709 0,'0'0'0'0,"0"0"47"0,0 0 0 0,-11 14 0 0,11-14 0 0,-3 8-30 0,3-8 0 0,-5 17 0 0,5-3-1 0,-6-3 51 0,-2 5-1 0,2-2 0 15,1 0 0 1,-6 8-48-16,0-3 0 0,2 1 0 0,7 4 0 0,-4 4 17 0,-2-9 1 0,2-2 0 16,1 2 0-16,-4 0-22 0,4 1 1 15,-1-6-1-15,1 2 2 0,5-16-7 0,-8 14 0 0,8-14 0 16,-6 16 0-16,6-16-3 0,0 0 0 0,-6 11 0 16,6-11 1-16,0 0-5 0,0 9 1 0,0-9 0 0</inkml:trace>
  <inkml:trace contextRef="#ctx0" brushRef="#br0" timeOffset="54501.01">7605 6447 1507 0,'0'0'0'0,"0"0"0"0,0 0 0 0,0 0 38 0,0 0 1 0,0 0 0 16,0 0 1-1,0 0-25-15,0 0 1 0,33-14 0 0,-19 14-1 0,2-5 27 0,4-9 1 0,-7 6-1 0,7-3 1 16,-4 2-27-16,-7-2-1 0,2 3 1 16,5-6 1-16,-7 3 8 0,-9 11 0 0,16-14 1 0,-16 14 0 0,14-16-14 15,-14 16 1-15,6-17-1 0,-6 17 1 16,13-11 1-16,-13 11-1 0,6-14 1 0,-6 14 0 0,3-19-6 16,-3 19 1-1,0 0-1-15,-3-11 1 0,3 11 6 0,0 0-1 0,-11-8 1 0,11 8 1 0,-14-6-7 31,3 1 0-31,3 2 0 0,-6 3 0 0,-8 3 6 0,2 2 1 16,4-5 0-16,-4 6 0 0,1-1-7 0,0 4 0 16,-1-4 0-16,6 9 2 0,-2 0 4 0,2 5 2 15,6-5 0-15,-1 8 0 0,4 0-8 0,-3 3 1 0,-3-11-1 16,8 2 1-16,0 1 7 0,3-6 0 0,0 2-1 16,0-2 2-16,3 1-9 0,0 1 1 0,-3-4 0 15,0-9 1-15,11 19 2 0,-3-8 2 0,-8-11-1 16,16 14 1-16,1-9-7 0,-3-5 1 0,0 3 0 15,5-3 0-15,0-3 3 0,-5 3 0 0,3-5 1 0,5-4 0 16,0-2-5-16,0 3 0 0,-2 3 0 0,-1-9 0 16,0 3 2-16,1 0 0 0,-6-3 0 15,5 3 1-15,6-3-4 0,-8 3 0 0,-1-11-1 0,3 8 2 16,1 0 1-16,-1-2 0 0,-5 2 0 0,3 0 1 16,-1 9-4-16,1-6 0 0,2 0 0 0,-8 2 1 15,3 1 1-15,3 3 1 0,-1-1 0 0,-2 3 0 0,6-2-4 16,-7-3 1-16,-2 2-1 0</inkml:trace>
  <inkml:trace contextRef="#ctx0" brushRef="#br0" timeOffset="54905.94">8047 6130 1821 0,'0'0'0'0,"0"0"0"0,0 0 0 0,6 13 47 0,-6-13 0 0,0 0 0 0,11 20 0 0,-11-6-30 15,3-6 0-15,-1 0 0 0,1 11 0 0,3 6 53 16,-6 3 2-16,5-1 0 0,1 4 0 16,5-1-54-16,-3-8 0 0,-2 3 0 0,10-3 0 0,-5-5 23 0,-2-1 2 15,2 4-2-15,-3-1 2 0,3 0-27 0,-3 0-1 16,3 4 1-16,3-7 1 0,-5-2-2 0,2 0 0 15,2-3 0-15,-1 3 1 0,-7-9-7 0,-5-5 0 16,19 17-1-16,-5-12 1 0,-5 1-2 0,-9-6 1 0,19 5 0 16</inkml:trace>
  <inkml:trace contextRef="#ctx0" brushRef="#br0" timeOffset="55307.16">8653 6006 1658 0,'0'0'0'0,"0"0"0"16,0 0 0-16,0 0 64 0,0 0 0 0,0 0 0 0,0 0 1 0,0 0-47 0,0 0 0 15,0 0 0-15,-19 35 0 0,19-35 62 0,-3 17-1 16,-2-9 1-16,-1 6 0 0,3 5-62 0,-5 1 0 0,-3-1-1 16,8 14 1-16,-8-11 31 0,3 0-1 15,-3-2 0-15,8 4 2 0,-3 1-34 0,-5 3 1 0,3-12 0 16,8 9 0-16,-6-6 9 0,6 1 1 0,-5 2-2 15,10 0 2 1,-5-6-14-16,0-10-1 0,0 5 0 0,6 3 2 0,-6-14 4 0,6 14 1 0,-6-14 0 16,8 11 0-16,-8-11-9 15,0 0 0-15,5 13 0 0</inkml:trace>
  <inkml:trace contextRef="#ctx0" brushRef="#br0" timeOffset="55548.48">8465 6328 1808 0,'0'0'0'0,"0"0"0"16,0 0 0-16,0 0 72 0,0 0 0 0,0 0 0 15,0 0 1-15,0 0-55 0,22 6 0 0,-11-6 0 0,9 0 0 16,5 8 70-16,2-8 2 0,-2 0-1 0,6 6 1 0,-4-1-74 0,-7-2 2 15,-7 2-1-15,7 1 1 0,5-1 28 0,2 4 0 16,-2-9 0 0,11 5 0-16,0 1-30 0,-3-3 1 0,-2 2 0 0,-4 1-1 0,-2-1-6 0,-8-2 1 0,0 11-1 15</inkml:trace>
  <inkml:trace contextRef="#ctx0" brushRef="#br0" timeOffset="67047.92">6996 6899 653 0,'0'0'0'0,"0"0"0"0,0 0 0 0,0 0 51 0,0 0 2 0,0 0 0 0,0 0-1 0,0 0-35 0,0 0 0 0,0 0 0 0,0 0 1 16,0 0 80-16,0 0-1 16,0 0 1-16,0 0-1 0,0 0-80 0,0 0 0 15,0 0 0-15,0 0 1 0,0 0 66 0,0 0 0 0,0 0 0 16,0 0 1-16,0 0-69 15,0 0 2-15,0 0 0 0,30 3 0 0,-16-3 44 0,5-3 1 0,1 1 0 16,-1 2 0-16,1 0-47 16,-1-3 2-16,-5 3 0 0,5-6 0 0,1 6 19 0,-9-5 1 0,8 2-1 0,3 0 2 15,-3 1-25-15,1-4 2 16,-1 6 0-16,1-5-1 0,-1-1 13 0,0 3 0 16,-5-2 0-16,3 2 1 0,-3 0-16 0,5 0 0 0,0 1 1 15,-5 2-1-15,6-6 14 0,-7 6 0 0,-2-5 0 16,3 2 1-16,0 0-15 0,0 0 0 0,-3 3 1 15,-5 0-1-15,-6 0 9 0,19 0 2 0,-19 0-2 16,14 0 2-16,-14 0-13 0,0 0 2 0,0 0-2 16,14 0 1-16,-14 0 7 0,0 0 1 0,0 0 1 15</inkml:trace>
  <inkml:trace contextRef="#ctx0" brushRef="#br0" timeOffset="67381.2">7380 6908 1884 0,'0'0'0'0,"0"0"0"0,0 25 0 0,3-17 45 0,-3-8-1 0,-3 22 1 0,3 0 0 0,0-3-29 0,-2 1 1 0,-4 4-2 0,-2 1 2 0,2 0 52 0,1-6 0 15,-4 3 1-15,4 3-1 0,-1-5-51 0,1-1 0 0,2 8 0 16,-2-10 0-16,-1-3 18 0,0 0 1 0,4-1 0 16,-4 4 0-16,6-3-22 0,0-14 1 0,-11 14-2 0,11-14 2 15,0 13-4-15,0-13 1 0,0 0-1 0,0 0 1 16,-8 14-5-16,8-14 0 0,0 0 0 0</inkml:trace>
  <inkml:trace contextRef="#ctx0" brushRef="#br0" timeOffset="68298.92">7779 7294 1595 0,'0'0'0'0,"0"0"0"0,0 0 0 0,0 0 64 0,0 0 0 0,0 0 0 0,0 0 0 0,0 0-46 0,33-8 0 16,-33 8 0-16,25-11 0 16,-11 2 44-16,0-4 1 0,-1 7-1 0,7-8 1 15,-6-2-46-15,0 2 1 0,-6 6 0 0,6 2 0 16,-1-5 16-16,-13 11-1 0,14-14 1 0,-14 14 0 16,17-5-20-16,-17 5 1 0,14-9-1 0,-14 9 1 15,0 0-3-15,8-11 1 0,-8 11-1 0,6-8 1 0,-6 8-5 16,0 0 0-16,0 0 0 0,0 0 0 0,0-14 9 15,0 14-1-15,0 0 1 0,0 0 1 0,-14-8-9 16,14 8 1-16,-20-5 0 0,9 2 1 0,-3 3 4 0,-5 0 2 16,-3 0 0-16,5 8 0 0,-2-5-8 15,-6 11 1-15,3-9-1 0,5 1 1 0,4-4 6 0,-7 4-1 16,6 5 1-16,6 3 0 0,-6 5-7 0,0-5 0 16,6 0 0-16,0-1 1 0,2 1 1 0,-8-3 0 0,9 3 0 15,-1 3 1-15,4-4-6 0,-4-2 2 0,6 3-1 16,0-5 1-16,0 4-1 0,0-13 0 0,-6 20 1 15,6-20 0-15,12 11-3 0,-12-11 0 0,8 19 1 16,-8-19-1-16,11 14 2 0,-11-14 1 0,19 11-1 16,-8-8 1-16,3-1-4 0,8 1 2 0,-11 3-2 15,12-6 2-15,1-6-1 0,-4 1 2 0,-1 2-1 16,14-8 1-16,-5 3-3 0,-3 2 1 0,0-8-1 0,5 0 0 16,3-2 1-16,-5-3-1 0,3-1 1 0,16-5 1 15,-9 3-3-15,-7 0 0 0,8 3 1 0,-1 2 0 16,-5 1 5-16,-5-6 0 0,3-3 0 0,2 6 0 15,-8 2-3-15,2-2-1 0,-7-3 1 0,5 8 1 16,-12-3 4-16,-1 4 1 0,1-1 1 0,-4 3-1 16,-9 11-5-16,16-9 0 0,-16 9 1 0,14-11 0 15,-14 11 6-15,0 0-1 0,0 0 1 0</inkml:trace>
  <inkml:trace contextRef="#ctx0" brushRef="#br0" timeOffset="68598.86">8208 6979 2023 0,'0'0'0'0,"11"36"67"0,-3-11 2 0,3 3-2 0,3-6 1 0,-3 0-50 0,0 11 0 0,-3-3 0 0,15 3 0 0,-12-5 65 0,2-3 0 0,-4 2 0 0,10-2 1 15,-8 0-67-15,3 3 1 0,-6-12 0 16,3 4 0-16,-2-7 25 0,2-2 1 0,-6 3-2 0,9-6 2 16,-8 3-28-16,-6-11 1 0,11 17-2 0,-11-17 2 15,16 6-6-15,-16-6 1 0,0 0-1 0</inkml:trace>
  <inkml:trace contextRef="#ctx0" brushRef="#br0" timeOffset="68835.42">8725 6935 1934 0,'0'0'0'0,"0"0"0"16,0 33 0-16,-5-11 54 0,-4 6 1 16,9 2 0-16,0-2 0 0,-5 8-38 0,-1-3 1 15,1 11-1-15,5-3 1 0,-3-10 40 0,-3-4 1 0,6 4 1 0,0-1-1 16,0-5-42-16,-5-3 1 0,-1-3 0 16</inkml:trace>
  <inkml:trace contextRef="#ctx0" brushRef="#br0" timeOffset="68993.74">8731 7275 1784 0,'0'0'0'0,"38"0"40"0,-13 5 1 0,9 1-1 15,1-6 0-15,1 0-24 0,-8 0 0 0,5 0 0 16</inkml:trace>
  <inkml:trace contextRef="#ctx0" brushRef="#br0" timeOffset="83770.45">10994 6772 1117 0,'0'0'0'0,"0"0"43"0,0 0 1 0,0 0 40 0,0 0 1 15,0 0-16-15,0 0-1 16,0 0-29-16,0 0 1 16,0 0-17-16,0 0 2 15,0 0-5-15,0 0 0 16,0 0-3-16,0 0 0 0,0 0-3 15,0 0 1-15,0 0-3 16,0 0 1-16,0 0-3 16,0 0 0-16,0 0-2 15,0 0 0-15,0 0-3 16,0 0 2-16,0 0-3 16,55 0 2-16,-8 0-3 0,0 0 2 15,3 0 1-15,-8 0-1 16,-4-5 5-16,-2 2 1 15,-2 0 5-15,-9 1 0 16,2 2-2-16,-2-6 2 16,0 6-6-16,-14-5 2 15,3 2-5-15,2 0 1 16,-4 0-3-16,-12 3 0 16,13 0-1-16,-13 0 0 15,0 0-2-15,0 0 2 16,11-5-1-16,-11 5 1 15,0 0-1-15,0 0 0 0,0 0 1 16,0 0 0 0,0 0 1-16,0 0-1 0,0 0-1 15,0 0 2 1,0 0-3-16,9 25 2 0,-4-6-2 16,9 3 0-16,-6 11-1 15,3-2 0-15,3 4 0 16,6 4 1-16,-9 8-2 0,-3-3 1 15,-2-5-1 1,-6-9 0-16,0-2 0 16,-6-4 0-16,-2-1 0 15,-12-1 0-15,1 0 0 0,-14-9 0 16,-6-4 1-16,-8-4 0 16,6-2 2-1,-6-3 1-15,-3 0 3 0,5 0 1 16,9-3 0-16,6-2 0 15,5-1-5 1,11-2 1-16,14 8-1570 0</inkml:trace>
  <inkml:trace contextRef="#ctx0" brushRef="#br0" timeOffset="85081.05">11879 6692 1243 0,'0'0'0'0,"0"0"37"0,0 0 0 0,0 0 28 16,0 0 1-16,0 0-24 15,0 0-1-15,0 0-13 0,0 0 2 16,0 0-6-16,0 0 1 16,0 0-4-16,0 0 2 15,0 0 0-15,0 0 1 16,47 0-5-16,-16 0 1 16,-6 0-4-16,8 0 1 15,-11-2 1-15,3-1 1 16,-11 0-1-16,0 3 1 15,-3-8-6-15,-11 8 2 16,19-6-3-16,-19 6 2 16,11-2-5-16,-11 2 1 15,0 0-1-15,0 0 0 0,14 0-3 16,-14 0 2-16,0 0-2 16,0 0 1-16,8 0-3 15,-8 0 2-15,0 0-3 16,0 0 1-16,9 0 0 15,-9 0-1 1,0 0 1-16,0 0 0 0,13 8 1 16,-13-8-1-16,0 0 1 0,0 0 0 15,9 14 1 1,-9-14 0-16,0 0 0 0,0 0 0 16,14 14-2-16,-14-14 1 15,0 0-3-15,8 11 1 16,-3 2 0-16,6 4-1 15,3 5 0-15,0 8 0 16,-3 12-2 0,-2-4 1-16,2 12-1 0,-3 2 2 15,-3-7-2-15,-5-1 1 16,3-11 0-16,0-3 0 0,-3-8 0 16,-6 3 0-1,-5 0 0-15,-2-9 0 0,-7-2 0 16,-8-3 2-16,-13-8-1 15,5-3 0 1,-22 0 2-16,3-3-1 16,2-8 3-16,11-3-1 0,4-2 2 15,5-3 0 1,8-9-6-16,11-2 1 16,14 30-1611-16</inkml:trace>
  <inkml:trace contextRef="#ctx0" brushRef="#br0" timeOffset="86148.9">12519 6676 1243 0,'0'0'0'0,"0"0"44"0,0 0-1 0,0 0 63 0,0 0 1 0,0 0-22 0,0 0 1 0,0 0-41 0,0 0 0 15,0 0-9-15,0 0 0 16,36 28-20-16,2-28 0 16,7 2-7-16,-7-2 1 15,-7-2-4-15,5 2 0 16,-11-6 3-16,-6 0 0 16,0 1 1-16,-5 2 1 0,-3 3 0 15,-11 0 0 1,14-8-2-16,-14 8 1 0,0 0-2 15,0 0 0-15,6-14-2 16,-6 14 1-16,0 0-2 0,0 0 2 31,-3 22-2-31,8-14 2 0,6 9-1 0,0 2-1 16,9 12 1-16,2 2 1 16,3 8-4-16,-6 1 2 15,-5 4-4 1,0 7 1-16,-3-3-2 0,-3-6 1 15,-2-11-1 1,-6-3 0-16,-6-2 0 16,1 2 0-16,-4-5 0 0,-4-3 0 15,-12-5 1-15,-6-1 0 16,-13-5 2-16,-3-5-1 16,-6-4 0-16,1 1 1 15,-6-3 2-15,8-5 1 0,11-1-2 16,12-2 2-1,-1-3-4-15,25-6 0 0,3 17-1611 16</inkml:trace>
  <inkml:trace contextRef="#ctx0" brushRef="#br0" timeOffset="95614.58">13274 6704 1269 0,'0'0'0'0,"0"0"38"0,0 0 0 0,0 0 38 0,0 0 1 0,0 0 1 0,0 0 2 16,0 0-39-16,0 0 2 15,0 0-18-15,-31 11 1 16,31-11-3-16,0 0 2 16,0 0-6-16,0 0 0 15,0 0-1-15,0 0 1 16,12 5 3-16,7 1 2 15,0-4 0-15,6 4 0 16,-5-6-1-16,-1 0 0 16,0 0-1-16,-5-6 0 15,3 1-4-15,-6 2 0 16,5-2-2-16,-16 5-1 16,14-9-1-16,-14 9-1 0,0 0-4 15,0 0 0 1,9-8-2-16,-9 8 0 0,0 0-3 15,11 17 2-15,-3-9-2 16,8 8 1-16,4 4-2 16,2 5 0-16,8 2 1 0,-7 6 0 31,7-2 0-31,-5 7-1 0,-3-2 0 0,-3 0 1 16,-2 8-2-16,-3 0 1 15,-9-2-1-15,1-4 0 16,-3-2-2-16,-3-6 1 15,-3-2-1 1,-3-6 1-16,-5 0-1 16,-3-3 1-16,-5-2 0 0,-6-6 2 15,-2 0 0 1,-9-5 0-16,-6-1 1 16,-2-5-1-16,2-5 1 0,4 2 2 15,13-3-1-15,5-2 0 0,20 8-1745 16</inkml:trace>
  <inkml:trace contextRef="#ctx0" brushRef="#br0" timeOffset="99345.44">13946 7043 363 0,'0'0'0'0,"0"0"0"0,0 0 0 0,0 0 37 0,0 0 1 0,0 0 0 0,0 0 1 0,0 0-25 0,0 0 2 0,0 0 0 0,0 0-1 0,0 0 158 0,0 0 1 16,0 0 0-16,0 0 0 0,0 0-166 0,0 0 1 15,0 0 0-15,0 0 0 0,0 0 96 0,0 0 2 16,0 0-1-16,0 0 1 0,39 30-91 0,-31-30 1 0,3 3-2 16,3 2 2-16,6-2 67 0,-1 3 2 0,-5-6-1 15,5 5 0-15,-2-5-68 0,2 3 1 0,3 0 0 16,-2 5 0-16,-7-8 22 0,1 0 1 0,3 0-1 15,-3 3 0-15,5 0-24 0,-11-1 0 0,-8-2 0 16,17 0-1-16,-17 0 17 0,17 9-1 0,-17-9 1 16,13 5 0-16,-13-5-18 0,0 0 0 0,17 0 0 15,-17 0 0-15,0 0 9 0,0 0-1 0,0 0 1 0,0 0 0 16,0 0-12-16,0 0 2 0,0 0-2 0,0 0 1 16,0-14 4-16,0 14 0 0,0 0-1 15</inkml:trace>
  <inkml:trace contextRef="#ctx0" brushRef="#br0" timeOffset="100547.85">14699 7542 1532 0,'0'0'0'0,"0"0"0"0,0 0 0 0,0 0 70 0,0 0 0 0,0 0-1 0,0 0 1 0,0 0-52 0,0 0 0 0,0 0 0 16,0 0 0-16,0 0 20 0,0 0 1 0,0 0 0 0,0 0 1 15,0 0-25-15,0 0 1 0,0 0 0 0,0 0-1 0,14-30 4 16,-14 30 1-16,11-8-1 0,-3-1 1 0,3-10-10 0,-3-3 1 31,3 3-1-31,3-14 1 0,0 5-6 0,0 0 1 0,0-8-2 16,8 1 2-16,-3 7-3 0,-5 0 1 0,0-7 0 15,11 4 0-15,-11-2 6 0,-3 3 1 0,3-6-1 16,8 11 0-16,-6-5-4 0,-5 5 1 0,-2 0 0 0,10-3 0 16,-11 9 10-16,3 5-1 0,-8-5 1 0,8 5 0 15,-5 6-8-15,-6 8 1 0,3-14-1 0,-3 14 1 0,11-22 13 16,-11 22-1-16,0 0 0 0,8-11 2 0,-8 11-13 15,0 0 2-15,11-8-2 0,-11 8 1 16,0 0 16-16,0 0 0 0,8-11 0 0,-8 11 2 16,0 0-17-16,0 0 0 0,0 0 1 0,0 0-1 0,0 11 14 0,0-11 1 0,-2 19 0 15,-4-5 1-15,1 2-17 0,-1-2 1 0,3 6 1 16,-2 2-1 0,-1 8 13-16,-2-2 0 0,2-9 0 0,1 11-1 0,2 1-12 0,-3-9-1 0,1-3 1 0,5 3 0 15,-8-8 8-15,2 0 1 0,6 5-1 16,0 0 0-16,-8 1-10 0,8-7 1 0,-6 4-1 15,6-6 0-15,0-11 6 16,6 19 1-16,-6-19 0 0,8 9 0 0,-8-9-8 0,0 0 0 0,0 0 0 0,14 8 0 0,-14-8 3 16,5-11-1-1,-5 11 0-15,9-14 2 0,2 3-6 0,3-11-1 0,-6 3 1 0,9-12 0 0,-4 4 2 0,1-4 1 16,-3-2 0 0,9 8 0-16,-9 3-4 0,3 3-1 15,8-9 1-15,-3 9 1 0,0-9-1 0,-5 6-1 16,3 3 1-16,2 8 1 0,1-3-4 0,-4 0 2 15,-2 1-1-15,0 4 0 0,2-4 1 0,-4 7 0 16,-12 6 0-16,19-8 1 0,-19 8-3 0,14-11 1 0,-14 11-1 16,8-3 1-16,-8 3-1 0,0 0 1 0,0 0-1 15,17-6 2-15,-17 6-3 0,0 0 1 0,8 0-1 16,-8 0 1-16,0 0 1 0,6 12-1 0,-6-12 1 16,-6 16 1-16,0 3-3 0,4 1 0 0,-4-1 1 15,-5 17 0-15,-3 3-1 0,0-4 2 0,1-4-2 16,1 7 2-16,1-7-3 0,-2 2 1 0,4 0 1 15,1 3-1-15,2-3 1 0,-5 0-1 0,3-3 0 0,3-5 1 16,5 3-2-16,-6-9 1 0,3 3-1 0,3-5 2 16,3 2-2-16,3-11 0 0,-6-8 1 0,8 17 0 15,-8-17-2-15,0 0 1 0,16 14 1 0</inkml:trace>
  <inkml:trace contextRef="#ctx0" brushRef="#br0" timeOffset="101653.87">15551 7506 1709 0,'0'0'0'0,"0"0"0"0,0 0 0 0,0 0 66 0,0 0 1 0,0 0-1 0,0 0 2 15,0 0-50-15,0 0 0 0,-14 31 0 0,14-31 0 16,0 0 35-16,0 0 2 0,0 0-1 0,0 0 1 15,0 0-38-15,0 0 1 0,0 0-1 16,0 0 1-16,0 0 6 0,0 0 1 0,14-6 0 0,0-8 0 16,2-2-13-16,1-9 0 0,2-11 1 0,1 0-1 0,-1 0-1 15,-5-2 1-15,5 2 1 0,-2 3-1 0,2 5-5 16,-2-8 1-16,-6-2 0 0,6 5-1 0,-1 5 4 16,-7-2 0-16,2 2 0 0,2 6 0 15,1 3-4-15,-3 5 0 0,-2 3-1 0,2-3 2 0,-11 14 4 0,8-11-1 16,-8 11 0-16,8-16 1 15,-8 16-5-15,0 0 1 0,0 0 0 16,9-6 0-16,-9 6 5 0,0 0 2 0,0 0-1 0,0 0 1 0,5 22-7 0,-10-11 1 0,2-3 0 16,-3 14 0-1,4 12 7-15,-12-4 1 0,3-3 0 0,5-4 1 0,3-1-9 0,3-3 1 0,-5 6 0 16,-1 0 0-16,4-3 7 16,-1-3 1-16,0-5-1 0,3 2 1 15,0-7-9-15,0-9 1 0,0 16 0 0,0-16 0 0,0 0 4 0,0 0 0 16,14 3 1-16,-14-3-1 15,14-22-6-15,-3 5 1 0,3 6 0 0,-6-8 0 0,8-3 4 0,4 3 0 0,-6-9-1 16,5 3 2-16,0 3-6 0,1-3 0 0,-1-5-1 0,3 11 2 16,-2-6 3-16,-7 0 0 0,1 8-1 15,14-2 2-15,-9 3-7 0,-5-4 2 0,6 4 0 16,-1 2 0-16,-5 6 2 0,0-3 0 0,2 2 0 16,-5 4 0-16,3-4-3 0,0 1 0 0,-14 8-1 0,19-5 1 0,-19 5 1 15,14 0 0-15,-14 0 0 0,14 5 0 0,-14-5-3 16,5 8 1-16,-5-8-1 0,9 14 1 0,-4 6 1 0,1-7-1 15,-6 7 1-15,3 7 1 0,-6 12-3 0,-3-9-1 32,6 3 1-32,0 3 0 0,-5 3 1 0,-1 2 0 0,3 3 0 15,-2 3 1-15,5-16-3 0,-8 2 1 0,2-3-1 16,6 0 1-16,-5-8-1 0,-4 3 1 0,4-5-1 0,5 4 2 0,-6-1-3 0,6-10 1 0,-5-2-1 16,5 0 1-1,0-11 0-15,0 14 0 0,0-14 0 0,0 0 0 0,0 0-2 0,11 11 2 0,-11-11-1 16,0 0 1-16,8 8-1 15,-8-8 0-15,0 0 1 16</inkml:trace>
  <inkml:trace contextRef="#ctx0" brushRef="#br0" timeOffset="102603.27">16719 7230 1934 0,'0'0'0'0,"0"0"0"0,0 0 0 0,0 0 82 0,0 0 1 0,0 0-1 0,0 0 1 0,0 0-66 0,0 0 1 0,0 0 0 0,0 0 0 16,0 0 30-16,0 0 0 0,0 0 1 0,0 0 0 15,0 0-32-15,0 0 0 0,0 0-1 16,0 0 1-16,0 0 8 0,0 0 0 0,0 0-1 0,0 0 2 0,0 0-14 0,0 0 1 16,0 0-1-16,0 0 1 0,0 0-8 0,0 0 1 15,0 0-1-15,33-35 2 0,-25 29-4 0,6 1 2 16,0-1-1-16,8 1 1 0,-3 2-1 0,1 3 1 0,-6-6-1 16,5 1 2-16,0 5-3 15,1-3 1-15,-7 0-1 0,4 0 2 16,5 3 6-16,-5-5 0 0,-3 5 0 0,-1 0 2 15,1 0-7-15,-3 0 2 0,3 0 0 0,-5 0 0 16,2 0 12-16,2 0 0 0,-4 0 0 0,2 0 2 0,-3 0-12 16,-8 0 1-16,17 5 0 0,-17-5 1 0,19 6 12 0,-19-6 2 0,14 8-1 15,-14-8 1-15,0 0-14 0,8 0 0 16,-8 0 1-16,0 0 0 0,17 0 8 0,-17 0 1 0,0 0-1 0,5 11 1 16,-5-11-10-16,9 14-1 0,-9-14 0 15</inkml:trace>
  <inkml:trace contextRef="#ctx0" brushRef="#br0" timeOffset="106797.11">17446 6858 1269 0,'0'0'0'0,"0"0"0"0,0 0 0 0,0 0 36 0,0 0 1 0,0 0-1 0,0 0 1 0,0 0-23 0,0 0 2 0,0 0-2 16,0 0 2-16,0 0 91 0,0 0 1 0,0 0-1 16,0 0 1-16,36 3-92 0,-14-6 1 0,-2 0-2 15,10 3 2-15,-2 0 69 0,-3 0 1 0,-3-5-1 0,6 2 2 16,2 0-71-16,-5-2 1 0,0-1 0 0,3 6 0 16,2-8 34-16,-11 2 2 0,3 6-1 0,9-8 1 15,-6 8-37-15,-3-5 1 0,0 2-2 0,6 3 2 16,-9 0 4-16,1 0 0 0,-4 0 1 0,12 3-1 15,-9 2-11-15,1 3 0 0,-7-8 1 0,1 3 0 16,0 0 1-16,-3 0 2 0,3 2 0 0,-6 1-1 0,-8-6-6 16,17 2 1-16,-17-2 0 0</inkml:trace>
  <inkml:trace contextRef="#ctx0" brushRef="#br0" timeOffset="107083.08">17914 6883 1709 0,'0'0'0'0,"0"0"0"0,0 25 0 15,-3-6 60-15,3-5 1 0,-5 8-1 0,5 11 2 16,0-5-45-16,0 2 1 0,-6 6 0 0,6-9 0 15,-3 6 58-15,1 1 2 0,-1-4-2 0,3 0 1 16,0-8-59-16,0 0 0 0,-6 0 0 16,6-2 0-16,0 2 25 0,-5-6 1 0,2-2-2 0,6 6 2 0,2-7-28 15,-5-2-1-15,0 3 1 0,0-14 1 16,6 14 0-16,-6-14 1 0,8 22 0 0</inkml:trace>
  <inkml:trace contextRef="#ctx0" brushRef="#br0" timeOffset="108366.73">18335 6902 1054 0,'0'0'0'0,"0"0"0"0,0 0 0 0,0 0 89 0,27 19 196 0,-27-19-267 0,0 0-1 0,0 0 1 0,0 0 19 0,0 0 1 0,0 0-1 15,0 0 1-15,0 0-23 0,0 0 0 0,0 0 1 16,0 0 0-16,0 0-7 0,0 0 0 0,0 0 0 16,0 0 1-16,0 0-4 0,0 0 0 0,0 0 0 15,0 0 1-15,0 0-7 0,0 0 0 0,0 0 0 0,0 0 1 16,0 0-1-16,0 0 0 0,0 0 0 0,0 0 1 15,0 0-1-15,0 0 0 0,0 0 0 0,0 0 0 16,0 0 0-16,0 0 0 0,0 0 0 0,0 0 0 16,0 0 0-16,0 0 1 0,0 0 0 0,0 0 0 0,0 0-1 15,0 0 1-15,0 0 0 0,0 0 1 0,0 0 2 16,0 0 1-16,0 0-1 0,0 0 1 16,14-8-2-16,-14 8 0 0,0 0 1 0,14-5-1 0,-14 5 9 0,0 0 1 15,8-11-1-15,-8 11 2 0,0 0-7 0,11-3 1 16,-11 3 0-16,14 0 0 0,0 0 12 15,-6-6 1-15,3 6 0 0,14 0 0 16,-5-5-11-16,2-1 1 0,-3 4 1 0,17-4-1 0,-14 6 11 0,-2-8 2 0,2 2-2 16,5 1 2-16,-2 2-13 15,-5-3 1-15,4 4 1 0,4 2-1 0,-8 0 9 0,-1-6 2 16,0 6-1-16,6 0 1 0,-3 0-12 0,-5 0 0 16,-3 0 0-16,8 0 2 0,-6 6 1 0,-2-4 2 0,-14-2-1 15,20 9 0-15,-20-9-6 0,14 5 0 16,-14-5 0-16</inkml:trace>
  <inkml:trace contextRef="#ctx0" brushRef="#br0" timeOffset="108682.98">18644 6869 1658 0,'0'0'0'0,"0"0"0"0,6 25 0 0,-6-11 49 0,-6-1 2 0,4 1-1 0,4 14 1 0,-2-1-34 0,-2-2 0 0,-1 8-1 16,6-8 2-1,-3 6 39-15,-3-4 0 0,0 12 0 0,9-1 0 0,-4 1-40 0,-2-6 1 0,-2-3 0 16,10 6 0-16,-8-14 13 0,-6-2 2 15,4 7-1-15,10-2 1 0,-8-6-20 0,0 4 2 16,0-4 0-16,5-3-1 0,4-2-3 0,-9-3 1 0,0-11-1 16,19 20 1-16,-11-12-5 0,4-8 1 15,-4 5-1-15</inkml:trace>
  <inkml:trace contextRef="#ctx0" brushRef="#br0" timeOffset="147310.07">27371 8097 438 0,'0'0'0'0,"0"0"0"0,0 0 0 0,0 0 196 0,0 0-1 0,0 0 0 0</inkml:trace>
  <inkml:trace contextRef="#ctx0" brushRef="#br0" timeOffset="-125447.47">6910 7630 539 0,'0'0'0'0,"0"0"0"0,0 0 0 0,0 0 37 0,0 0 1 0,0 0 1 0,0 0-1 0,0 0-24 0,0 0 2 16,0 0 0-16,0 0-1 0,28 23 56 0,-28-23 0 0,14 5 0 15,-14-5 0-15,19 8-53 0,-8-2 0 0,-11-6 0 16,28 5 0-16,-14-5 63 15,-1 0 0-15,1 0 0 0,8-5-1 0,-2-1-62 0,-1 1 0 0,-5-3 0 16,11 2 0-16,-6 3 32 0,1-2-1 16,-4 2 0-16,3 3 1 0,4-6-33 0,-4 1-1 15,-5 2 1-15,5-2 0 0,1 5 14 0,-7-6 2 0,-2 6 0 16,3 0-1-16,6 0-18 0,-9-8 0 16,0 5 1-16,0 3-1 0,0 0 12 0,3 0 0 0,-6-5 0 0,3 5 1 15,3 0-15-15,-3 0 0 0,-11 0 1 16,14-6 0-16,-14 6 4 0,14-8 1 0,-14 8 0 0,0 0 0 15,0 0-8-15,11-6 0 0,-11 6 0 0,0 0 0 16,0 0 4-16,14 0 0 0,-14 0 0 16,0 0 0-16,0 0-6 0,0 0 1 0,0 0-1 0,0 0 1 0,-14 3-1 15,14-3 1-15,-11 11 0 0</inkml:trace>
  <inkml:trace contextRef="#ctx0" brushRef="#br0" timeOffset="-125190.74">7328 7677 1557 0,'0'0'0'0,"0"0"0"16,0 0 0-16,0 0 34 0,-8 9 1 0,8-9-2 16,-6 11 2-16,6 3-20 0,-6-6-1 15,4 3 1-15,-4 11-1 0,1 0 35 0,-1 6 0 0,3 2 0 0,-2 3 1 16,-1 0-33-16,-2 0-1 0,2 3 1 0,1-8 0 15,2 5 10-15,-2-11 0 16,-6 5 0-16,8-7 0 0,3-1-15 0,-9 3 2 0,4-3-2 0,10-2 1 16,-5-6-4-16,0 3 0 15,0-14 0-15,12 11 1 0,-12-11-4 0,0 0 1 0,11 8-2 0</inkml:trace>
  <inkml:trace contextRef="#ctx0" brushRef="#br0" timeOffset="-124541.79">7325 8182 1394 0,'0'0'0'16,"0"0"0"-16,0 0 0 16,0 0 32-16,0 0 0 0,0 0 1 0,0 0-1 15,0 0-18-15,0 0 0 0,0 0 1 0,0 0 0 0,0 0 23 0,0 0 0 16,33-8 0-16,-19 2 0 16,3 4-23-16,10-1 1 0,-2-8-1 0,9-3 1 0,-10-2 8 15,4 2-1-15,-3 8 1 0,0-13-1 0,3 5-12 0,-9 3 2 0,0 0-1 0,6-5 1 16,-5-4 0-16,-7-2 2 15,7 6-1-15,-4-4 1 0,-2 1-7 0,0 2 1 0,-6 9 0 0,1 0 0 0,2 0 17 0,-6-6 3 32,-5 0-3-32,9 0 3 0,-9 14-17 0,0-16 1 15,0 7 1-15,0 9-1 0,-6-19 28 0,6 19-1 16,-8-14 0-16,8 14 1 0,-11-16-25 0,11 16-1 16,-17-3 1-16,-2 0 0 0,2 3 16 0,-5 0 1 0,3 0-1 15,-6 6 2-15,-6 10-21 0,4-2 2 0,-1 0 0 16,9-3-1-16,2-3 19 0,-8 6 0 0,8 11 0 15,1-6 1-15,8 0-21 0,-4 6 2 0,4 0-1 16,3-3 1-16,-4 6 11 0,4-6 0 0,5 3-1 16,0-6 1-16,0 0-14 0,0-5 1 0,5 8-1 15,4-11 2-15,2 3 1 0,3-3 2 0,5 0-1 16,0-3 1-16,1 1-8 0,-1-4 1 0,0-2-1 16,15 0 1-16,-10 2 2 0,-1-5 1 0,1 0-1 0,7 0 0 15,-6-5-5-15,-6-1 1 0,9-2 0 0,5-6 0 16,-8 3 2-16,-6 0 0 0,9-6 0 0,0-5 0 15,-6 3-3-15,0 2-1 0,3 1 1 0,0-9 0 16,0 9 0-16,-6 2-1 0,3-3 1 0,0-2 0 16,-2 5-3-16,-4 0 1 0,-5 9-1 0,9-1 2 15,-6 1-2-15,-6 2 1 0,-8 3-1 0,19-3 1 16,-19 3-2-16,17 11 1 0,-17-11-1 0,0 0 0 16,0 0-2460-16</inkml:trace>
  <inkml:trace contextRef="#ctx0" brushRef="#br0" timeOffset="-124193.43">7992 8174 1821 0,'0'0'0'0,"0"0"8"0,0 0 0 0,0 0-1 0,8-8 1 0,3 5-3 0,3-3 0 0,0-2 1 0,11-3 0 0,-3-11-1 16,6 3 1-16,-1-1-1 15,1 1 2-15,2 0-2 0,-7 2-1 0,1 3 1 0,4-13-1 0,-3 2 34 0,0 6 2 16,-6 5-1-16,1 0 0 0,-6 3-23 0,-1 0-1 15,4-3 1-15,-3-8 0 16,0 6 14-16,-6-1 2 0,0 1-1 0,-2 2 0 0,-1 0-17 0,-5-3 1 16,0 4-2-16,-5-1 2 15,5 14 1-15,-11-14 1 0,11 14 0 0</inkml:trace>
  <inkml:trace contextRef="#ctx0" brushRef="#br0" timeOffset="-123956.58">7986 7722 1646 0,'0'0'0'0,"0"0"0"16,0 0 0-16,14 35 44 0,-8-21 0 15,-1-6 1-15,4 6 0 0,-4 6-29 0,1-7 1 0,2-2-2 0,0 3 2 16,3-6 41-16,0 9 0 0,3 2-1 0,-3 3 1 16,9 9-41-16,-4-6 1 0,-5 2 0 0,9 1 0 15,-1-9 14-15,0 6-1 0,-5 0 0 0,6-11 2 0,-7 2-20 16,-1 3 2-16,-1-2 0 0,8-6-1 0,-2 0-1 15,-4 3 0-15,1 0-1 0,3-3 2 16,2 2-6-16,-5-7 0 0,-6 2-1 16</inkml:trace>
  <inkml:trace contextRef="#ctx0" brushRef="#br0" timeOffset="-123591.99">8841 7424 1683 0,'0'0'0'0,"0"0"0"0,0 0 0 0,0 0 59 0,0 0 1 16,-5 35-1-16,-1-18 1 0,4 8-43 0,-7-9 0 16,4 6 1-16,5 17 0 0,-9 5 61 0,-2-5 1 15,6 2-1-15,-1 3 1 0,6-2-62 0,-5 5 0 16,-1 11 0-16,12-17 0 0,-6 6 27 0,-9-6 1 15,9-5 0-15,0-3 0 0,0-2-31 0,0-1 2 0,0-8 0 16,9 3 0-16,-4-6 0 0,1-5 0 0,-3 0-1 16</inkml:trace>
  <inkml:trace contextRef="#ctx0" brushRef="#br0" timeOffset="-123386.35">8686 8008 1884 0,'0'0'0'0,"0"0"0"0,0 0 0 15,0 0 49-15,28-8 2 0,-17 8-2 0,9-5 1 16,-1-1-33-16,6 3 0 0,-6-2 0 0,17-6 1 0,-5 3 53 16,-7-3-1-16,4 8 1 0,-3-11 1 0,0 3-54 15,3 0 0-15,-4 3 0 0,1-3 0 0,-25 11-1900 16</inkml:trace>
  <inkml:trace contextRef="#ctx0" brushRef="#br0" timeOffset="-50620.32">11475 7603 1431 0,'0'0'0'0,"0"0"0"16,0 0 0-16,-41 0 45 0,16-3 1 0,3 3-1 0,-3 3 1 15,-5 5-30-15,-1-2 1 0,3-6 0 0,6 5-1 0,-3 3 55 0,-2-2 0 0,2-3 0 0,0 2 0 32,6 4-53-32,-4-4 0 0,12-2 0 0,0 2 0 15,11-5 20-15,-14 14 0 0,14-14 1 0,0 0-1 16,0 0-24-16,12 11 2 0,-12-11 0 0,8 8-1 0,3 4 6 16,5-7-1-16,7 1 0 0,4 2 1 0,-2 3-10 15,0-6 0-15,3 1 0 0,2-1 0 0,-5 9-1 16,-3-8 2-16,3 5-2 0,-5 0 1 0,-1-3-4 15,-11 6-1-15,3 5 1 0,-2 6 1 0,-4-3 1 0,-5 0 0 16,0-3 0-16,0 4 1 0,-5 1-4 0,-4 1 0 16,-7 3 0-16,2-9 1 0,-6 3-1 0,1 0 2 15,-6-2-1-15,3-4 1 0,3 1-4 0,-6-4 2 16,5-2-2-16,1-5 2 0,0 2 0 0,-1 3 0 0,1-5 0 16,5-3 1-16,-3 2-3 0,17-5 1 0,-11 6-1 15,11-6 1-15,0 0-1 0,0 0 2 0,0 0-2 16,0 0 2-16,0 0-3 0,14-9 1 0,0 7-1 15</inkml:trace>
  <inkml:trace contextRef="#ctx0" brushRef="#br0" timeOffset="-50374.04">11730 7658 1632 0,'0'0'0'0,"0"0"49"0,-19 39 0 0,13-20 0 0,1 17 1 0,-4-9-33 0,-2 9-1 0,3 8 1 0,2 1 0 0,-7-1 45 0,4-3 1 16,-5 1-2-16,12-9 2 15,-4 0-46-15,-8-6 1 0,9 6 0 0,-1-10 0 0,3 1 10 0,-2-4 1 16,-1-1-1-16,6-5 1 0,0 2-15 0,0-16-1 0,6 11 1 15</inkml:trace>
  <inkml:trace contextRef="#ctx0" brushRef="#br0" timeOffset="-50194.62">11486 8097 1646 0,'0'0'0'0,"12"5"0"0,1-5 0 16,-2-5 37-16,6 5 0 0,2 5 0 0,12-10 1 15,2 5-23-15,-2-6 0 0,7 6 1 16,1-3 0-16,-3 1 33 0,0 2 0 0,-6 0 1 0,6-3 0 16,-5 3-33-16,-4 0 0 0,-7 0 0 15</inkml:trace>
  <inkml:trace contextRef="#ctx0" brushRef="#br0" timeOffset="-49942.04">11951 8262 1419 0,'0'0'0'0,"0"0"25"0,0 0 1 0,0 0-1 0,0 0 1 0,0 0-13 0,9-14-1 0,-9 14 0 16,11-11 2-16,-6-5 25 0,-2-1 0 15,5 1 1-15,12-9-1 0,2 0-23 0,-8-5-1 0,-1 10 1 16,7-2 0-16,-1 6 36 0,-2 5 1 0,-1 8 0 15,4-5 1-15,-4 2-37 0,1 6-1 0,0 6 1 16,2-6 1-16,0 5 11 0,1 1 2 16,-6-1-2-16,-14-5 1 0,5 20-16 0,3-15-1 0,6 3 1 0</inkml:trace>
  <inkml:trace contextRef="#ctx0" brushRef="#br0" timeOffset="-49594.56">12638 7995 1683 0,'0'0'0'15,"0"0"0"-15,0 0 0 0,-45 16 50 0,26-5 2 16,0 0 0-16,2 0-1 0,3 3-34 0,0 5 0 0,0 1 0 31,1-6 1-31,7 2 48 0,-2 3 1 0,2-2 0 0,6 0 1 0,0-4-50 0,0 4 0 0,0-3 0 16,9-1 0-1,2-2 20-15,2-2 0 0,-2-4 0 0,1-2 1 0,7-3-24 0,3-3 1 0,-8-2-1 16,11-6 1-16,-6 2-5 0,1-4 2 16,2 2-1-16,3-3 0 0,-9 0-5 0,6 3 1 0,-11 5 0 0,9 1 0 15,-6-1-2 1,-6 1 2-16,-8 5-1 0,16 5 1 0,-16-5-4 0,3 11 2 0,-3-11-2 15,6 25 2-15,-6 0 0 0,0 3-1 16,0-1 1-16,5 1 1 0,1 5-4 0,-3-8 1 0,2-3 1 0</inkml:trace>
  <inkml:trace contextRef="#ctx0" brushRef="#br0" timeOffset="-48868.31">13188 8392 1784 0,'0'0'0'0,"0"0"0"0,0 0 0 0,0 0 45 0,0 0 46 0,0 0-45 0,0 0-31 0,0-28 2 0,0 28 0 0,-5-19 0 0,5 8 43 0,0-3 2 16,0-2-1-16,0-9 0 0,0-8-44 0,5 0 1 16,-2 0 0-16,8-9 0 0,-6-5 26 0,9 0 1 0,-3-5-1 15,12 2 0-15,-10 1-28 0,4-4 1 0,2 6-1 16,3 6 1-16,-2-6 6 0,-4 14 1 0,4 0-1 15,-1 11 1-15,1-6-13 0,-4 3 1 0,1 6 1 16,-3 5-1-16,-1 3 10 0,-2 3 1 0,-11 8-1 16,20-6 2-16,-20 6-13 0,0 0 2 0,0 0-2 15,0 0 1-15,3 11 11 0,-6-2 0 0,3 2 0 16,-6 8 0-16,-5 3-12 0,3 0 2 0,2-5-2 0,6 2 1 16,-5-2 8-16,2-9 1 0,3-8-1 0,-5 16 0 15,5-16-10-15,0 0 1 0,13 14 1 0,-13-14-1 16,14 0 6-16,-3 0-1 0,3-8 1 0,0 5 1 15,5 0-9-15,1-2 1 0,-6-1 0 0,8 6 1 16,-6 6 1-16,-5-1 0 0,-11-5 1 0,20 14 0 16,-15-3-5-16,1 6 0 0,-3-1 0 0,-3 9-1 0,-9-6 4 15,-2 9-1-15,3 0 0 0,-3 2 1 16,3 0-4-16,-6-2-1 0,-8-3 1 0,8-6 1 0,0 0 0 0,-5-5 0 16,5 3 0-16,0-6 1 15,-3-3-4-15,3 0 1 0,6-2-1 0,8-6 1 16,0 0 0-16,0 0-1 0,-11 14 1 0,11-14 1 0,0 0-4 0,0 0 1 15,0 0 1-15</inkml:trace>
  <inkml:trace contextRef="#ctx0" brushRef="#br0" timeOffset="-48520.52">13800 7771 1859 0,'0'0'0'0,"0"0"0"0,0 0 0 0,0 0 74 0,0 0 1 0,0 0-1 0,0 0 1 0,0 0-57 0,0 0 0 0,0 0 0 0,0 0 0 0,0 0 10 0,0 0 0 0,0 0 0 16,0 0 1-16,0 0-17 0,0 0 1 0,0 0 1 15</inkml:trace>
  <inkml:trace contextRef="#ctx0" brushRef="#br0" timeOffset="-48125.73">13733 8088 1595 0,'0'0'0'0,"0"0"0"0,0 0 0 0,0 0 17 16,0 0 0 0,28 17 0-16,-28-17 0 0,16 6-8 0,-16-6 1 0,23 5 0 0,-7-5 0 0,-2 0 15 0,5 0-1 15,6 0 1-15,3-11 0 16,-3 8-13-16,-3 3 0 0,3-5 1 0,0-4-1 0,-11 4 0 0,-1-6 2 16,-1 5-1-16,1-2 1 0,-13 8-6 0,11-14-1 15,-11 14 1-15,3-16 1 0,-3 16 9 0,-3-17 0 16,3 17 0-16,-16-19 1 0,-1 8-9 0,-2 3 0 0,0 2 1 31,-6-5 0-31,-11 6 8 0,14 5 1 0,-3 2-1 0,0 1 1 0,3 8-10 0,-3 3 2 0,5 5-2 16,-2-2 1-1,8-1 13-15,1-2-1 0,4 5 1 0,1 1 0 0,2-1-12 0,1 0 0 0,-1 3 0 16,6-5 1-16,6-6 21 16,-1 3 1-16,1 0 0 0,8 2 1 0,2-5-22 0,4 3 1 0,5-9 0 15,11 4 0-15,2-4 17 0,-4-2 0 16,4 3 1-16,15-4-1 0,-6-2-18 0,-3-2 0 0,-2-4 1 0</inkml:trace>
  <inkml:trace contextRef="#ctx0" brushRef="#br0" timeOffset="-47571.82">14453 8083 1670 0,'0'0'0'0,"0"0"0"0,0 0 0 0,5 44 68 0,-10 14 136 0,-4-39-186 0,4-2 0 0,-1-1 0 0,6-5 0 0,-5 3 53 0,2 3 0 16,3-17 0-16,-3 11 1 0,3-11-54 15,0 0 0-15,0 0 0 0,11 11 0 0,-11-11 11 0,0 0 0 16,20-3 0-16,-12-8 2 0,8-3-18 0,4-2 0 16,-1-4 1-16,1 1-1 0,5 0-8 0,2 0-1 15,-7 7 1-15,4-7-1 0,-7 0 0 0,-3 11-1 0,2 2 0 16,4-2 1-16,-9 2-4 0,3 6 0 0,-14 0 0 15,14 3 0-15,-14-3 0 0,5 17 0 0,-5-17 0 16,6 22 0-16,-6-9-1 0,-3 4 0 0,3-6-1 16,3 6 1-16,-3 2 0 0,0 3 0 0,0-8 0 15,2 2 1-15,4-5-5 0,-6-11 2 0,11 14 0 16</inkml:trace>
  <inkml:trace contextRef="#ctx0" brushRef="#br0" timeOffset="-47174.89">15086 8028 1494 0,'0'0'0'0,"0"0"0"0,0 0 0 0,0 0 29 0,-14 36 2 16,9-17-1-16,-1 0 0 0,-2 3-16 0,2 11-1 0,-7-10 1 16,10-4 0-16,3-5 37 0,-3-1-1 0,-5 4 1 15,8-3 0-15,0-6-34 0,0-8 0 0,0 0 0 16,8 14 1-16,-8-14 14 0,14 5 1 0,-14-5 0 16,19-11 0-16,-5 3-19 0,0 5 0 0,3-8 1 0,-4-3-1 15,7 1 1-15,-6-1 0 0,-1 3-1 0,1 5 2 16,0-5-7-16,3 9 0 0,-6-4 0 0,3 6 0 15,-14 0 2-15,13 0 1 16,-13 0 1-16,9 11-1 0,-9-11-5 0,5 14 1 0,-5-14 0 0,6 22-1 0,-1 0 1 16,-5-3 0-16,3 3 0 15,3-2 0-15,-1-1-3 0,1-2 1 16,-6-17 0-16</inkml:trace>
  <inkml:trace contextRef="#ctx0" brushRef="#br0" timeOffset="-46826.74">15581 8163 1721 0,'0'0'0'0,"0"0"0"0,0 0 0 0,-44 17 34 16,28-4-1-16,-9-2 1 0,5 6 0 0,1-1-20 0,0-2 1 0,10 0-1 15,-2 5 1-15,3-5 34 0,2-8 1 0,6 5-1 0,6 0 0 32,-6-11-32-32,19 14 0 0,-5-12 0 0,0 1 0 0,5 0 25 0,6-6 2 0,-5-2-1 0,10-7 1 15,-2-1-29-15,-9-1 1 16,6 0 0-16,8-8 1 0,-5 5 3 16,-12 6 1-16,4 0 0 0,7-2 1 0,-13-1-11 0,-3 3 0 15,-11 11 0-15,20-8 1 0,-20 8 3 0,14-6 2 0,-14 6 0 0,0 0 0 16,13 14-8-16,-13-14 1 15,0 11-1-15,0 0 1 0,0 5 2 0,0 1 1 16,0 2-1-16,6 3 1 0,-3-5-5 0,8 2 0 16,-3-5 0-16</inkml:trace>
  <inkml:trace contextRef="#ctx0" brushRef="#br0" timeOffset="-46215.72">16265 8116 1796 0,'0'0'0'0,"0"0"0"0,0 0 0 0,0 0 43 0,0 0 1 0,-33 28-1 0,27-15 1 0,-10 4-28 0,2 8 1 0,0-6-2 0,3 6 2 0,3-6 40 0,-6 3 2 0,8-5-1 0,1 2 0 0,2 1-41 0,0-7 1 0,0-4 0 15,3-9 0-15,9 16 11 0,-9-16 2 0,11 8-1 16,-11-8 0-16,22-5-16 0,-6-3-1 16,-2-1 1-16,11-7 0 0,-5-6-5 0,7 0 1 0,-7 2-1 15,4-7 1-15,-4 7-4 0,-6 1 1 0,5 3-1 16,-5-6 1-16,-3 8-1 0,3 5-1 0,-9-2 1 16,6 3 0-16,0-3-3 0,-11 11 1 0,17-5 1 15,-17 5-1-15,0 0 0 0,14 8 0 0,-14-8 1 16,5 22-1-16,-5-8 0 0,0 0-1 0,0-1 0 0,0 4 1 15,0 2 0-15,-5 0 2 0,5-2-2 0,0 2 2 16,5-2-3-16,-5-3 1 0,3-6-1 0,3 3 2 16,-6-11 0-16,5 14 1 0,-5-14-1 15,0 0 2-15,14 5-4 0,-14-5 2 0,19-8-1 0,-7-3 1 0,1-3 3 16,1-2 0-16,6 2 0 0,-15-11-1 0,-2 6-2 16,5 2 0-16,12 6 1 0,-4-8 0 0,-2 2 0 0,3 9 1 15,-4 2 0-15,-2 1 1 0,3 5-4 0,-14 0 2 16,14 0-2-16,-14 0 2 0,6 11 0 0,-6-11 0 15,0 8 1-15,0-8 0 16,0 22-3-16,0-5 1 0,0-1-1 0,2-5 2 0,10 3-2 0,-7 3 2 16,-5-17-2-16</inkml:trace>
  <inkml:trace contextRef="#ctx0" brushRef="#br0" timeOffset="-45846.32">16907 8213 1909 0,'0'0'0'0,"0"0"0"0,0 0 0 0,0 0 51 0,0 0 51 0,0 0-50 16,8 0-35-16,-8 0-1 0,19-3 1 0,4 0 1 0,4-2 36 16,6 2 1-16,-5-3-1 0,3-5 1 15,-6 3-38-15,-9 2 1 0,3 1-2 0,4-12 2 0,-7 1 16 16,-5 8 1-16,0-3 0 15,3 2-1-15,0-5-19 0,-8 3 0 0,-6 11-1 16,0-13 1-16,0 13-1 0,-6-14 2 0,6 14 0 16,0 0 0-16,-19 0-7 0,19 0 0 0,-14 3-1 0,0 8 1 0,-3 2 7 0,-5 1 0 15,3 3 0-15,8-1 0 16,-9 6-7-16,7-2 2 0,-1-4-3 0,3 4 3 0,2-1 4 0,4-3 2 0,-1 4-1 16,6 2 1-1,6-3-8-15,-6-8 1 0,5 0-1 0,9 3 1 0,6 0 4 0,-7-3 2 0,7-3 0 16,-4 3 0-16,12-8-7 0,0 0-1 15,2-3 1-15,-2 0 0 0,8-3 5 0,3 0-1 0,8-8 1 16</inkml:trace>
  <inkml:trace contextRef="#ctx0" brushRef="#br0" timeOffset="-41006.32">18105 8320 1381 0,'0'0'0'0,"0"0"0"0,0 0 0 0,0 0 36 0,0 0 1 0,0 0-1 0,0 0 1 0,33-41-23 0,-14 19 2 0,1 2-1 0,10-15 0 0,-2 1 84 0,-9 10 1 0,6-9-1 0,8-6 1 15,-10 3-84-15,-4-8 1 0,-5 0 0 0,16 0 0 0,-10 5 47 16,-9 6 0-16,2-3 0 0,7 14 1 0,-6 0-47 0,-6-8 0 15,3 5 0-15,-3 8 0 16,3 3 15-16,-5 1 1 0,-3-1 0 0,-3 14 1 0,5-11-21 0,-5 11 1 16,0-11-1-16,0 11 1 0,0 0 4 15,0 0 1-15,0 0-1 0,0 0 1 0,-3 22-9 0,-2-3 0 0,-1 3-1 16,6 22 1-16,-11 14 5 0,-3 6 1 16,1-1 0-16,4-10-1 0,-2-1-7 0,-3-8 1 0,3 0-1 15,9 0 1-15,-4-10 4 0,-8-4-1 0,9-3 1 16,10 1-1-16,-5-3-5 0,-3-11 0 0,1-3 0 15,2-11 1-15,2 13 1 0,-2-13 1 0,0 0-1 16,17-2 2-16,-17 2-6 0,19-20 1 16,-13 12 0-16,16-28 1 0,-3-2 1 0,-2 2 1 0,2-3-1 0,6-13 1 15,3-1-5-15,-9 1 2 0,1 8 0 0,-1 5 0 16,0 3-1-16,-2-5 1 0,0 8 0 0,-3 8-1 16,-3 8-1-16,0-5-1 0,-3 3 1 0,6 8 1 15,-14 11-1-15,8-14 1 0,-8 14-1 0,0 0 2 16,11 0-3-16,-11 0 0 0,6 11 0 0</inkml:trace>
  <inkml:trace contextRef="#ctx0" brushRef="#br0" timeOffset="-40657.38">18769 8210 1922 0,'0'0'0'0,"0"0"0"0,0 0 0 0,-14 33 38 0,14-33 1 0,-8 19 1 16,8-19-1-16,-9 17-23 16,9-17-1-16,0 0 1 0,0 0 0 0,-8 8 54 0,8-8 1 0,0 0 0 0,0 0-1 15,3-16-52-15,2 2 0 0,-5 3 0 0,12-17 0 16,-1-5 24-16,0 5-1 0,3-7 1 0,5 4-1 15,0 4-25 1,1 7 0-16,-1 4-1 0,3-4 2 0,-5-2-1 0,2 9 0 0,3 7-1 0,9 1 2 0,-9-6-8 16,0 8 0-1,0 3 0-15,3 0 1 0,-3 0 11 0,3 0-1 0,-3 0 0 0,6 0 1 0,-3 0-11 16,-6 3 2-16,3 8-1 16,6-6 0-16,0-5 7 0,-1 3 1 0,-2 0-1 0</inkml:trace>
  <inkml:trace contextRef="#ctx0" brushRef="#br0" timeOffset="-39370.86">20130 7426 1808 0,'0'0'0'0,"0"0"0"0,0 0 0 0,0 0 49 0,0 0 0 0,0 0 0 0,0 0 1 0,-30 14-33 0,19-6 0 0,0 6-1 16,2 8 1-16,-10 0 68 0,5 9 1 0,-5-4-1 16,5 20 1-16,-5-5-69 0,-4 4 1 0,12 21 0 15,6-7 0-15,-12 1 26 0,3-6 0 0,6-5-1 16,3-3 1-16,-4-3-28 0,4-11 1 0,-1 0-2 0,12-2 2 16,-6-7-13-16,-6 1-1 0,12-6 0 0,2-2 1 15,-2 2-2-15,-1-10 0 0,-5-9 1 16,25 5 0-16,-6-5 0 0,-2-8 1 0,5 2-1 15</inkml:trace>
  <inkml:trace contextRef="#ctx0" brushRef="#br0" timeOffset="-38785.3">20407 7622 1608 0,'0'0'0'0,"0"0"0"0,0 0 0 0,36-19 40 0,-22 16 0 16,0 3 1-16,8 3 0 0,5 5-25 0,-7-8 0 0,-4 6-1 15,-2-1 2-15,-3 3 33 0,-11-8 0 0,14 17 0 16,-8 0 0-16,-6 5-33 0,-6 3 0 0,1 8 0 0,-4 5 0 15,-10 12 13-15,-3-3-1 0,-3-3 0 0,-3 0 1 16,3-3-16-16,0-10-1 0,-8-4 1 16,3-2 0-16,-1 0-4 0,1 3 2 0,13-9-1 0,3-8 0 15,1 8-4-15,2-8 0 0,8 3-1 0,3-14 2 0,8 14 2 16,-8-14 1-16,19 11 1 0,-5-8-1 16,8-1-4-16,1-2-1 0,-1-2 1 0,8-1 1 0,1-3 3 15,-4-2 2-15,-2 3-2 0,-3-1 1 0,9-5-5 16,-12 3 1-16,0-3 0 0,6 3-1 0,-8-4 6 0,-6 10-1 15,-11 2 0-15,19-14 2 0,-19 14-6 0,0-14 0 16,0 14-1-16,-5-22 1 16,5 22-1-16,-14-14 1 0,3 3 0 0,-6-3 0 0,-8-5-4 0,-5 5 2 15,0 6-1-15,5-6 1 0,0 3-8 16,0 8 1-16,-6-5-2 0,4-6 2 0,-6 9-1 0,5-1 1 0,6 6 0 16,8-2 0-16,-5-1-38 0,5 6 2 15,14-3 0-15,-14 13 0 16,14-13 22-16,0 9 0 0,0-9-1 0,14 16 2 0,0-5-59 0,5 0 1 0,6 0 0 15,5-5 0-15,6 8 54 0,-3-6 0 0,3 3 0 16,3-6 1-16,-8 4-25 0,-1-4 0 0,3-2 1 16,6 0 1-16,-9 5 23 0,-8-2 1 0,3-6 0 15,6 2 1-15,-4 1-15 0,-4-3 2 0,-1 0-1 0,3-3 1 16,-12 1 15-16,-1 2-1 0,-1-6 1 16</inkml:trace>
  <inkml:trace contextRef="#ctx0" brushRef="#br0" timeOffset="-38615.78">20767 8124 1093 0,'0'0'0'0,"-11"20"22"0,2-1 0 0,4-8 1 0,7 0-1 0,1 6-10 0,0-1 0 0,3-2-1 16,-1 0 1-16,9-3 39 0,-3-3 1 0,3 0-1 15,2-2 1-15,4-1-35 0,2-5-1 0,6-5 1 16,-1-1 1-16,4-5 29 0,-6 6 1 0,-3-9-1 0,0 0 1 16,-3 3-31-16,1-5 0 0,-4 2-1 0,1 0 1 0,-3 3 27 0,-9 0 1 15,-5 11 0-15,20-25 0 0,-12 14-30 16,-3-3 2-16,1-2-1 0,-3-1 1 0,-3 6 13 0,-3-3 1 0,3 14 1 15</inkml:trace>
  <inkml:trace contextRef="#ctx0" brushRef="#br0" timeOffset="-38280.13">21334 7951 1721 0,'0'0'0'0,"0"0"0"0,0 0 0 16,-20 30 49-16,12-16 2 0,0 5-1 0,5-5 1 15,3-3-34-15,0 3-1 16,0-1 1-16,6-2 1 0,-1 0 46 0,-5-11 1 16,14 20-1-16,-3-12 1 0,3 3-47 0,-6 6 0 0,3-12 0 15,0 3 0-15,-5 3 16 0,2 1 0 16,-8-12-1-16,14 13 1 0,-14-2-20 0,0 3 1 15,0-14 0-15,-8 19-1 0,-6-8 2 0,3 3 0 0,0 3-1 0,-3-9 2 0,-11 3-8 0,3-5 1 32,-3 5-1-32,6-6 1 0,-6 1 0 0,-3-4 1 0,9-2-1 15,2 0 0-15,3-2-4 0,0-1 1 0,14 3 0 0,-13-8 0 0,13 8-2 0,8-11 1 16,-8 11-1-16,8-11 1 16,9 2-3-16,-3 4 2 0,5-9-1 0</inkml:trace>
  <inkml:trace contextRef="#ctx0" brushRef="#br0" timeOffset="-37882.26">21586 7934 1771 0,'0'0'0'16,"0"0"0"-16,0 0 0 0,0 0 53 0,-31 33 0 15,20-25 0-15,0 3-1 0,-3 3-35 0,-2 0 0 16,-1 8 0-16,6 0 1 0,-3-3 48 0,3 6 0 16,6-5 0-16,5 2 2 0,-3 0-50 0,3-6 0 15,0 1 0-15,5-3 0 0,9-1 15 0,-6-2 2 0,6-2-1 16,8-4 1-16,1-5-21 0,-1-3 1 0,-3 1-1 15,17-7 1-15,-3-2-2 0,-2 3 1 16,2-8-1-16,-5-4 1 0,2 6-6 0,-5 3-1 0,-6-8 1 16,6-3 1-16,-8 3 6 0,-6 8 1 0,-11 11-2 15,19-9 2-15,-19 9-7 0,0 0 0 0,0 0 0 16,0 0 0-16,8 9 4 0,-10 2 2 0,-1 3-2 16,0 19 2-16,-11-3-7 0,3 0 1 0,3 3 0 0,8-5 0 15,-6 5 2-15,-2-11 0 0,8-2 0 16,8-1 1-16,-2-5-6 0,-3-3 2 0,-3-11-1 0</inkml:trace>
  <inkml:trace contextRef="#ctx0" brushRef="#br0" timeOffset="-37647.23">22330 7501 1733 0,'0'0'0'16,"0"0"65"-16,-31 36 0 0,23-17 1 0,-6 14-1 0,6 6-47 0,-6-3 0 0,6 16 0 16,0-2-1-16,2-1 55 0,-8 9 0 15,3-3 0-15,8-2 1 0,-2-6-55 0,-6-11 0 0,3 2 0 16,8-2 0-16,-6-8 13 0,-2-6 1 0,5 0-1 16,8 0 1-16,-5-3-18 0,-2 1 1 0,-1-4-2 15</inkml:trace>
  <inkml:trace contextRef="#ctx0" brushRef="#br0" timeOffset="-37447.79">22092 8138 1897 0,'0'0'0'0,"17"0"0"0,-9 0 0 15,3 0 43-15,3 0-1 0,-3 0 1 0,17-8 1 0,-4 8-28 0,4 8-1 16,-6-8 1-16,14 0 1 0,-5 0 39 0,-4 0 1 15,4 0 0-15,5 0 1 16,-9 0-42-16,1 0 2 0,0 0 0 16,-3-8 0-16,-6 5 10 0,-5 0 0 0,0 1 0 0,2-4 1 0,-2 1-16 0,-3-1 0 15,-11 6 1-15</inkml:trace>
  <inkml:trace contextRef="#ctx0" brushRef="#br0" timeOffset="-37126.16">22737 8008 1758 0,'0'0'0'0,"0"0"0"15,16-8 0-15,-16 8 37 0,17 8 0 0,-17-8 0 0,16 0 1 16,-2 0-23-16,-14 0 1 0,11 6-1 16,-11-6 1-16,0 0 50 15,17 14 0-15,-17-14 1 0,0 16-1 0,0-2-48 0,-6-6 0 0,-5 3 0 0,0 9 0 16,-3 5 25-16,-8 2 2 0,3-2 0 0,-6 0 0 0,0-3-29 15,3 0 1 1,-3 0-2-16,9 6 2 0,-4-6 9 0,9-3 0 16,-3-5 0-16,11 11-1 0,3-6-12 0,0 3-1 0,6-5 0 15,8-4 2-15,0 1 9 0,8-3 1 0,0-5 0 0,8-1 0 16,-7-2-13-16,-1-3 2 0,0-6-1 16,3 4 1-16,-3-4 7 0,0-2 0 0,-3-3 0 0,1-3 0 0,-6 9-10 0,-3-4 2 15,-3 1-1-15,3-6 0 16,-3 0 6-16,-8 6 0 0,-5-6 0 0</inkml:trace>
  <inkml:trace contextRef="#ctx0" brushRef="#br0" timeOffset="-36779.5">22720 8204 1632 0,'0'0'0'0,"11"3"0"16,-11-3 0-16,0 0 37 0,0 0 0 0,14 0 0 16,-3-3 0-16,8 1-22 0,-2-1 1 0,2 3-2 0,17-14 2 15,-2 9 36-15,-7-7-1 0,-2 7 1 0,3-14 1 16,-1-1-37-16,1 1 1 0,-9-3 0 15,6-11 1-15,-2 11-16 0,-4-14 2 16,0-5-1-16,3-1 0 0,-2 6 0 16,-4-11-1-16,1 9 0 0,2 2 2 0,-2-5-16 0,-6 2 1 0,-3 9 0 0,3 10 0 15,-5-2 3 1,-3 11 1-16,2-3-1 0,-5 1 1 0,0 13-52 0,0 0 0 0,0 0-1 0,11-6 2 0,-11 6 40 16,9 14 0-16,-9-14 0 15,19 30 1-15,-11 9-48 0,6 2 0 16,3 14 0-16,-6-2 1 0,3 5 46 0,-9 0 0 15,9 0 0-15,-9-9 0 0,4-2 34 0,-9-8-1 16,0 8 1-16,0-11 0 0,-6 2-7 0,3 1 0 16,-2-6 0-16,-6-3 1 0,3 3 67 0,-9-5 1 15,-2-1-1-15,-1-4 2 0,1-4-61 0,-3-8 0 16,-11 3 0-16,-6-12-1 0,-8 1 51 0,2-6 0 0,-10-5 1 16,8-3-1-16,-3 3-50 0,12-3 0 0,-4 8 0 15</inkml:trace>
  <inkml:trace contextRef="#ctx0" brushRef="#br0" timeOffset="-27375.76">7118 9473 1206 0,'0'0'0'0,"0"0"0"0,0 0 0 0,0 0 19 0,0 0 0 0,0 0 0 0,0 0 0 0,0 0-9 0,0 0 0 0,0 0 0 16,0 0 2-16,0 0 93 0,0 0 1 0,0 0-1 16,0 0 2-16,0 0-92 0,0 0 2 0,0 0-1 0,0 0 1 0,0 0 64 15,0 0 1-15,0 0-2 0,0 0 2 0,8-27-64 0,3 21 0 16,3 4 0-16,5-1 0 0,1-3 35 16,-4 4 0-16,3-4-1 0,6 0 2 0,0-2-37 0,0 0 0 15,0 2 0 1,3 1 1-16,-3-6 10 0,-9 3 0 0,12 2 0 0,5-2 0 0,-5 5-16 15,-3-8 2-15,0 8-1 0,0 0 1 0,8 1 14 16,-14-4 0-16,3 12 0 16,3-6 0-16,-11 0-15 0,3 0 1 0,-4 2-1 15,7 1 1-15,-4 0 16 0,-7 3 1 0,2-1 0 0,5-5 0 16,-16 0-17-16,14 3 0 0,-14-3 0 0,14 14 0 16,-14-14 9-16,17 19-1 0,-17-19 1 0,2 14-1 15,-2-14-11-15,6 16 2 0,-6-16-2 0,0 17 1 0,0-17-2365 16</inkml:trace>
  <inkml:trace contextRef="#ctx0" brushRef="#br0" timeOffset="-27137.22">7558 9438 2072 0,'0'0'0'0,"-6"30"51"0,0-11-1 0,1-2 1 16,5 8-1-16,-8-1-33 0,-3-2 0 0,5 6 0 15,3-6 1-15,-2 0 42 0,-1 0 1 0,3 0-1 16,-2 11 1-16,-1-10-44 0,1-7 1 0,2 1 0 16,3 2 0-16,-5 0 10 0,5 1 0 0,5-4 0 15,-2-2 0-15,2 2-16 0,-5-4 2 0,0-12-1 16,6 13 1-16,-6-13-2131 0</inkml:trace>
  <inkml:trace contextRef="#ctx0" brushRef="#br0" timeOffset="-26291.58">7812 9744 1407 0,'0'0'0'0,"0"0"0"0,0 0 0 0,0 0 68 0,0 0 2 0,25 0-1 0,-25 0 1 0,14 0-52 0,-14 0 0 0,8-6 0 15,9 1 0-15,2-1 52 0,-2-5 2 0,2 3 0 16,11 2 0-16,-10-7-54 0,-1 7 0 16,-5-5 0-16,5 3 0 0,1-6 19 15,-4 8 0-15,1-5 0 0,-3 3 1 0,0 3-23 0,2-4 0 0,-5 1 0 16,-2 0 1-16,-9 8 17 0,13-20 1 16,-13 20 0-16,6-13 0 0,-6 13-19 0,6-20 0 0,-6 20-1 15,-14-13 1-15,3-1 13 0,-3 8 0 0,0 1 0 0,0-4 0 16,-5 7-15-16,-3 2 1 0,-1 0-1 0,4-3 1 15,0 3 7-15,-6 3 2 16,5 2-2-16,1 1 1 0,-3-1-10 0,0 1-1 16,2 2 0-16,7 3 1 0,-1 3 5 0,0-6 0 0,3 3 0 0,3 11 0 15,-3-2-8-15,2-4 1 0,4-2-1 16,5 5 1-16,0 1 8 0,0-1 0 0,5-8 0 0,4 11 1 0,-4-3-9 16,3-5 0-16,3-3 0 15,9 3 0-15,-6 0 2 0,-1-3 2 0,4-6-1 0,0-2 1 0,2 0-6 0,3-3 0 16,0-3-1-16,9 3 2 15,-4-3 2-15,4-11 0 0,-6 3-1 0,16-2 1 0,-2-7-4 16,0 4 0-16,-1-12-1 0,4 9 2 0,-1 0 1 0,-7-1 1 16,-1 1-1-16,-3 0 1 0,-5-3-4 0,3-1 1 15,-3 10-2-15,2-7 2 0,-2 7 0 0,-11-4 1 16,0 9-1-16,3-6 1 16,-4 11-3-16,-13 3 0 0,12-11 1 0</inkml:trace>
  <inkml:trace contextRef="#ctx0" brushRef="#br0" timeOffset="-25964.79">8316 9479 2148 0,'0'0'0'0,"0"0"0"0,0 0 0 0,8 25 68 0,-14-14 0 0,6 3 1 0,6-6-1 0,-1 6-50 0,-2 2 0 16,0 6 0-16,5-2 0 0,1-4 65 0,2-2 1 0,-6 5-1 16,9 1 1-16,-6 4-67 0,3-2 1 0,3-8 0 15,-3 8 0-15,6-2 20 0,-3-7 2 0,2 1-1 16,-2 6 0-16,3-4-23 0,-3 1 0 0,5-12-1 15,6 9 1-15,-6-9-3 0,1 1 2 0,-1-6-2 16,0 0 2-16,9-6-7 0,-9 1 1 0,6-12-1 16,9-5 1-16,-34 22-2415 0</inkml:trace>
  <inkml:trace contextRef="#ctx0" brushRef="#br0" timeOffset="-25715.85">9043 9358 1419 0,'0'0'0'0,"0"0"0"0,0 0 0 0,0 0 12 16,0 0 1-16,-33-6-1 0,33 6 2 0,-16 0-7 15,16 0 1-15,-17 3 0 0,17-3 0 0,-17 16 11 16,9-5 0-16,-6 3 0 0,3 8 1 0,-8 6-9 0,5 2 0 16,3-8-1-16,3 9 1 0,-4-4-1 0,4-2 1 15,-3 5 1-15,8 3-1 0,-2 1-4 0,-3-10-1 16,-1 7 1-16,4 2 1 0,-1 3 1 0,3 0 0 0,3-6 0 16,0 0 1-16,-5 6-4 0,5-3 0 15,5 0 0-15,4-11 1 0,-4-2 2 0,-5-4 0 0,0-2 0 16,9-3 0-16,-9-11-4 0,0 0 1 0,0 0-1 15,0 0 2-15,0 0 3 0,0 0 1 16,0 0 1-16,0 0-1 0,0 0-4 0,0 0-1 0,0-11 1 16,-9-11 1-16,9 22-1423 0</inkml:trace>
  <inkml:trace contextRef="#ctx0" brushRef="#br0" timeOffset="-25630.2">8620 9769 866 0,'0'0'0'0,"0"0"0"16,0 0 0-16,-11-9-2 0,11 9-1 0,0 0 1 0,0 0 0 15,0 0 0-15,0 0-1 0,-14-5 1 0,14 5 1 16,0 0-636-16</inkml:trace>
  <inkml:trace contextRef="#ctx0" brushRef="#br0" timeOffset="-25519.98">8653 9782 1407 0,'0'0'0'0,"0"0"0"0,20 6 0 0,-1-1 5 16,-5-5 1-16,5-5 0 0,9 10-1 0,2-5-1 16,-8-5 0-16,14-1 1 15,-2 6-1-15,-1-2 76 0,-3-4 0 0,-2-2 1 0,2 2 0 0,9 1-63 0,-11-1 0 16,2 1 0-16,3-1 0 0,-11 1 39 0,-5 2 0 16,2 0 1-16</inkml:trace>
  <inkml:trace contextRef="#ctx1" brushRef="#br0">32185 13150 0,'59'-29'0</inkml:trace>
  <inkml:trace contextRef="#ctx1" brushRef="#br0" timeOffset="13914.12">13326 14474 0,'0'0'0,"14"-14"0</inkml:trace>
  <inkml:trace contextRef="#ctx1" brushRef="#br0" timeOffset="13977.71">13134 14460 0,'0'0'0,"0"14"0</inkml:trace>
  <inkml:trace contextRef="#ctx1" brushRef="#br0" timeOffset="24519.03">23035 17093 0,'0'0'0</inkml:trace>
  <inkml:trace contextRef="#ctx0" brushRef="#br0" timeOffset="55839.09">7046 10293 1332 0,'0'0'0'0,"0"0"0"0,0 0 0 0,0 0 67 0,0 0 1 0,0 0 1 0,0 0-1 0,0 0-50 0,0 0 0 0,0 0 0 0,0 0 0 16,0 0 118-16,33-6 1 0,-19 1 0 0,11 2 0 15,8-3-125-15,-6 4 1 0,1-4 1 0,8-2-1 16,-3 2 52-16,-2 6 2 0,-4-8-2 0,7 3 1 15,-1-1-48-15,-3 3 0 16,-5-2 0-16,8-1 0 0,-8 4 14 0,3-1 1 0,-11 3-1 16,7 0 2-16,4-3-21 0,-14 3 2 0,0 3 0 15,0 2-1-15,-14-5 5 0,16 6 0 0,-16-6 0 16,0 0 2-16,0 0-11 0,0 0 1 0,0 0-1 0,0 0 1 16,0 0-2200-16</inkml:trace>
  <inkml:trace contextRef="#ctx0" brushRef="#br0" timeOffset="55902.38">7533 10210 1457 0,'0'0'0'0,"0"0"0"16</inkml:trace>
  <inkml:trace contextRef="#ctx0" brushRef="#br0" timeOffset="56017.69">7441 10320 1218 0,'0'0'0'0,"-19"28"72"0,-3-3 0 16,11 2 0-16,2 9-1 0,1-3-53 0,-6 0 0 0,0 6 0 16,9-3 0-1,-6 8 65-15,3 0 2 0,2-8-2 0,12-6 1 0,-6-2-67 0,-6 0 1 16,6-6-1-16,11-3 1 0,-3-5-14 0,3 0-1 0,-11-14 1 15,20 11 0-15,-6-11-2 0,-3-9 2 0,0 4-1 0</inkml:trace>
  <inkml:trace contextRef="#ctx0" brushRef="#br0" timeOffset="56521.18">7569 10720 1545 0,'0'0'0'0,"0"0"0"15,0 0 0-15,0 0 45 0,0 0 0 0,30 11-1 16,-19-11 2-16,8-8-30 0,4 3 1 0,1-1 0 0,15-5 0 0,-11 3 62 0,8-9 2 0,-8 1-1 16,10-4 1-16,-7 1-63 0,-4 0-1 0,-4-3 1 15,12 2 0-15,-4 4 28 0,-12-3 2 16,3-4-1-16,-11 10 0 0,-5-1-31 0,2-5 0 0,3 5 1 31,-2-3 0-31,-4 3 0 0,-5 3 1 0,0-2 0 0,-11-4 0 16,-3 6-8-16,0-3 0 0,1 9 0 0,2 5 0 15,-9-9 14-15,6 4-1 0,-5 5 1 0,5 0-1 16,-8 0-11-16,5 0 0 0,6 0 0 0,3 3 1 16,-9 8 7-16,4 0 1 0,-1 3 0 0,0 10 1 15,-5 4-11-15,2-3 0 0,0 2 0 0,6 12 1 0,-5 5 5 16,-4 0 0-16,9 0 0 0,6 1 1 0,-1-4-8 15,-2-2 0-15,2 2 1 0,6-11-1 0,0 1 4 16,0-7 1-16,6 4-1 0,8-9 1 0,-3-2-7 0,0-3 1 16,11 0 0-16,-3-9 0 0,4-5 3 0,-4 0 0 15,6 0 1-15,8-11 0 0,-5-3-5 0,2 0 0 16,1-2 0-16,2-17 0 0,0 0 2 0,11 0 0 0,3 2 0 16,3-2 1-16,-3 3-4 0,-11-3 0 0,0 2-1 15,-3 4 2-15,-2-4 1 0,-6 4 0 0,-3-1 0 16,3 9 1-16,-3-3-4 0,-6 0 1 0,-2 2-2 15,3 7 2-15,2 2 0 0,-5 0-1 0,-6 2 1 16</inkml:trace>
  <inkml:trace contextRef="#ctx0" brushRef="#br0" timeOffset="56805.41">8150 10428 2236 0,'0'0'0'0,"0"0"0"0,19 36 0 0,-5-11 63 0,2 8 1 0,-2-8 0 0,6 5 0 0,-7-2-46 16,4 2 0-16,2 11 0 0,9-5 0 0,-9-3 66 0,1 3 0 16,-1-8 0-16,3-3 1 0,-2-3-68 0,-4-3 1 15,1-3 0-15,13 1 0 0,-10-9 15 0,-1 3-1 16,0-5 1-16,1-6 0 0,-1-6-19 0,1 6 0 0,-9-8 1 15,5-3 0-15,-2-6-14 16,0-2 0-16,3-6 0 0,2 0 0 0,0-13 0 0,-5-9 0 0,11 6 0 16,5 7 1-16,-30 34-2379 0</inkml:trace>
  <inkml:trace contextRef="#ctx0" brushRef="#br0" timeOffset="57153.4">9082 10193 627 0,'0'0'0'0,"0"0"0"15,0 0 0-15,0 0 81 0,0 0 1 16,0 0-2-16,-19 31 2 0,19-31-64 0,-14 19 0 0,8-2 0 0,-8 5 0 16,-5 3 68-16,-3 2 2 0,5 4 0 0,4 4-1 15,-7 1-70-15,9-3 1 0,3 14 0 0,2-3 0 0,1 6 64 16,-4 0 0-16,4-6 0 0,-1-3-1 0,1 1-63 16,2-9 0-16,3 0 0 0,3-6 0 0,2 1 38 15,-5-9 0-15,6-2 1 0,-1-6-1 16,-5-11-39-16,9 14 0 0,-9-14 0 0,0 0 1 0,11-14 13 0,-11 14 0 15,0-17 0-15,0-2 1 0,-6-9-19 0,1-5 2 16,-4-3-2-16,9-2 2 16,-5-6-15-16,-6 5 0 0,3 6 0 15,2 0 1-15,-2 5-1 0,-3 9 0 0,2 2 0 0,9 6 1 16,0 11-10-16,0-16 0 0,0 16 0 0,9-14 1 0,4 9 2 0,4 5 0 0,-9-3 0 16,17 3 1-1,8 0-32-15,3-6 0 0,0-5 0 0,0 14 1 0,3-3 20 0,-6-6 2 0,-2 4-2 16,10 4 1-16,-8-2-4 0,-2-2 1 0,-3 2-1 15,2 2 1-15,-5 4 7 0,-3 2 1 0,3-2 0 16,16-1 0-16,-41-5-1445 0</inkml:trace>
  <inkml:trace contextRef="#ctx0" brushRef="#br0" timeOffset="123707.48">29156 7917 438 0,'0'0'0'0,"0"0"0"0,0 0 0 16,0 0-330-16</inkml:trace>
  <inkml:trace contextRef="#ctx1" brushRef="#br0" timeOffset="141860.22">22785 17461 0,'0'0'0,"14"30"16,-14-16-16</inkml:trace>
  <inkml:trace contextRef="#ctx0" brushRef="#br0" timeOffset="173421.24">6943 8604 1093 0,'0'0'0'0,"0"0"0"0,0 0 0 0,0 0 65 0,0 0 0 0,28 20 0 0,-28-20 1 0,0 0-48 0,0 0 0 0,11 11 0 0,-11-11 0 0,14 8 104 15,-14-8 2 1,8 6-1-16,3-6 0 0,6-6-108 0,-3 6 0 0,8-6-1 0,8-2 1 0,-2 3 68 0,-3-9 0 16,0 3 0-1,5 3 0-15,-2-3-66 0,-9 2 1 0,9 4 0 0,-1-4 0 16,-2 1 29-16,-5 0 1 0,-1-6-1 0,-2 6 1 16,5 2-31-16,-3 1 0 0,-8-3 0 0,9 2 0 0,-6-8-4 0,-1 9 2 15,-2-1-1-15,-2 1 1 16,-9 5-7-16,11-6 1 0,-11 6 0 0,0 0 0 0,0 0-4 0,14-8 2 0,-14 8-1 15,0 0 0-15,0 0-1 0,0 0-1 16,0 0 1-16,0 0-1 0,0 0 0 0,0 0-1 0,-14 5 1 16</inkml:trace>
  <inkml:trace contextRef="#ctx0" brushRef="#br0" timeOffset="173610.93">7372 8560 1796 0,'0'0'0'0,"0"25"0"0,-5-6 0 16,-4 9 38-16,4 5 2 0,-4 3-2 0,4-6 1 15,-1 3-23-15,-2 3-1 16,-3-11 1-16,11 0 0 0,-8 0 31 16,2 0 1-16,6-6 0 0,0 8 1 0,6-10-32 15,-6-3-1-15,0-3 1 0,14 3 0 0,-1-9-17 0,-2 3 1 16,-11-8-1-16,14 6 1 0,0-3-1 0,-6-3 1 0,1 0-1 0,5-3 2 0,5 3-17 0,-11-6 0 31,3-2 1-31,3 3-1 0,-14 5 6 0,14-11 0 16,-14 11 0-16,0 0 1 0,0 0-1631 0</inkml:trace>
  <inkml:trace contextRef="#ctx0" brushRef="#br0" timeOffset="174040.36">7502 8991 1318 0,'0'0'0'0,"0"0"0"0,20-6 0 0,-9 3 0 15,14-2 0-15,10-9 0 0,1 0 0 0,-2 0 0 16,4-2 0-16,-7 2-11 0,2 3 1 0,-11 3-1 0,9-6 0 15,-4 3 4-15,-7-6 0 0,-7 4 0 16,7 2 0-16,-6-3 50 0,0 0 1 0,-14 14-2 0,22-19 2 16,-17 5-28-16,-5 0 1 0,-5 3-2 0,5 3 2 15,-6-6 48-15,6 14 0 0,-16-6 1 0,16 6 0 16,-14-11-48-16,5 11 0 0,-4 0 0 0,-1 6 0 0,-3-6 35 16,-2 5 2-16,-1 9 0 0,1-3 0 0,-3 9-38 15,-6 2 1-15,6 5-1 0,3-7 1 0,-3 2 25 0,2-3 0 16,4 0 0-16,2 6 1 0,0 0-28 0,0-6-1 15,3-2 1-15,3 5 1 0,-1 0 13 0,4-6 1 16,-1-2 0-16,4 8 0 0,2-2-17 0,2-9 0 16,4 0 0-16,8 3 0 0,-6-6 9 15,3-3-1-15,3 1 1 0,0-6-1 16,5 0-11-16,6-6 2 0,-6 1-2 0,12-1 1 0,-6-2 8 0,2-6 2 0,1-2-1 16,0 2 0-16,2-5-9 0,-5 5-1 0,0-6 0 15,11 1 0-15,-6 5 7 0,-2-5 1 0,2 5 0 16,-2-2 0-16,0-4-8 0,8 7-1 0,-3-1 0 15,-3-3 1-15,4 3 7 0,-9 3 0 0,-1 3 0 16,4 0 0-16,-6-3-8 0,-2 3 0 16,-4 5 0-16</inkml:trace>
  <inkml:trace contextRef="#ctx0" brushRef="#br0" timeOffset="174335.08">8078 8715 1985 0,'0'0'0'0,"0"0"0"0,8 30 0 0,-11-11 84 0,-8 3 1 0,8 3 0 0,6-8 1 0,8 2-69 0,-5-2 0 0,8-1 1 0,5-2 0 0,-11 3 69 0,6-4-1 0,5 4 1 15,6-3-1 1,-5-6-69-16,-1 0 1 0,0 3 0 0,-5-5 0 0,0 2 29 0,0-8 0 0,3 6 0 16,2-4 0-16,0 1-30 15,1-6 0-15,-6 1 0 0,-1-4 0 0,4-2-3 0,-3 2 2 0,0-5-2 16,2 0 2-16,6-8-7 0,-2 2 0 16,-1-2 0-16,0-6 0 0,-19 25-2382 0</inkml:trace>
  <inkml:trace contextRef="#ctx0" brushRef="#br0" timeOffset="174405.62">8686 8502 1771 0,'0'0'0'0,"6"-8"0"0,-3-11 0 0,-3 2 0 15,-3 3 2 1,3 6-1-16</inkml:trace>
  <inkml:trace contextRef="#ctx0" brushRef="#br0" timeOffset="174547.26">8662 8420 1457 0,'0'0'0'16,"0"0"0"-16,0 19 0 0,-9 3 0 0,-18 52 2 0,21-32 0 0,-5 10-2 0,-3-5 1 16,0-3 0-1,9 3 0-15,-1-3-2 0,-8-8 1 0,3 3 0 0,9-1 0 0,-10-2-1 0,4-8 1 0,3-1 0 31,5 7 0-31,0-1 49 0,0-11 2 0,0-3-2 16,0 0 1-16,5-2-33 0,-5-1 0 0,8-7 0 16</inkml:trace>
  <inkml:trace contextRef="#ctx0" brushRef="#br0" timeOffset="174705.83">8598 8720 1658 0,'0'0'0'16,"0"0"64"-16,0 0 0 0,0 0 0 0,0 0 1 15,33-11-47-15,-11 8 0 0,0-2 0 0,14-6 0 0,6-3 62 16,-1 3-1-16,6 3 1 0,0 0 0 0,-2-4-62 16,-7-1 0-16,-4-7-1 0</inkml:trace>
  <inkml:trace contextRef="#ctx1" brushRef="#br0" timeOffset="69493.37">23744 17623 0,'0'0'0,"0"0"0</inkml:trace>
  <inkml:trace contextRef="#ctx0" brushRef="#br0" timeOffset="100582.86">7499 11129 941 0,'0'0'0'0,"0"0"0"0,0 0 0 0,0 0 49 0,0 0 2 0,0 0-2 16,0 0 2-16,-16 36-34 0,13-17-1 0,-2 0 1 0,-1 12 0 0,-2 2 80 15,-3-3 0-15,2 3 1 16,4-8 0-16,-1 5-82 16,-2 3 1-16,2 3 0 0,1-11 1 0,-6 0 26 0,5 0-1 15,1-6 1-15,5 3 1 0,-6-8-29 0,3 0 1 16,1-6-2-16,2-8 2 0,0 14-21 0,0-14-1 16,0 0 1-16</inkml:trace>
  <inkml:trace contextRef="#ctx0" brushRef="#br0" timeOffset="101039.92">7275 11068 892 0,'0'0'0'0,"0"0"0"16,0 0 0-16,39-11 37 0,-28 8 1 0,-3 0 0 0,6 1 0 15,6 2-23-15,-4-6 0 0,4 6 1 0,13 0 0 16,0 0 42-16,-8 0 1 0,8 0-1 0,-2 0 0 16,2 6-41-16,-11-1 1 0,3 4 0 0,5-1 0 15,-10 0 1-15,-1 0 1 0,-5 3-1 0,-3-2 2 0,0 7-11 16,-11-2 1-16,3-6 0 0,2 3 0 0,-5 0 9 16,-5 6 1-16,2-9-1 0,-3 6 1 0,-5 5-11 15,0-2 2-15,-8-1-1 0,-1 4 0 0,1-1 5 16,-6-2-1-16,3-6 1 0,3 0 1 0,-9-6-8 15,11 1 0-15,-2 2 0 0,5-5 1 0,0-1 0 0,-2 4 0 16,8 5 0-16,-4 0 1 0,12-11-4 0,-8 17 0 16,8-17 0-16,-5 19 1 0,5-3-1 0,0-7 2 15,0 2-1-15,5 0 1 0,1 8-3 0,2-8-1 0,3 3 1 16,8 0 1-16,-2-6 13 0,2 3 0 0,1 0 0 16,7 0 1-16,1 0-11 0,-9 3 1 0,4-9 0 15,7-5 0-15,-5 6 14 0,-6-6 1 0,-2 6 0 16,13-6-1-16,-10-6-12 0,-1 6-1 0,0 0 0 15,6-6 2-15,3 4 7 0,-9-1 1 0,4 3-1 16</inkml:trace>
  <inkml:trace contextRef="#ctx0" brushRef="#br0" timeOffset="101815.48">7931 11576 1470 0,'0'0'0'0,"0"0"0"0,0 0 0 0,0 0 43 0,0 0 2 0,0 0 0 0,0 0 0 0,36 19-29 16,-36-19 1-16,14 5-2 0,-3-5 2 0,3 0 34 16,5 0 0-16,-5 0 1 0,0-2-1 0,2-1-34 15,-2 3 0-15,-3-6 0 0,3 1 1 0,3 2 11 0,-1 0 1 16,-7 1 1-16,2-12-1 0,3 6-17 0,-14 8 1 15,13-17-1-15,-2 9 2 0,-8-6-4 0,3-3 0 0,-6 4 1 16,-6-4-1-16,3-2-4 0,-8-3 0 0,-2 8 0 16,-1 6 1-16,-3 2 1 0,3 3 0 0,-8 1 0 0,8 2 0 15,-2-6-3-15,-4 3-1 16,1 1 1-16,0-1 1 0,5 3 1 0,-6 0 1 0,1 0 0 0,5 0 0 16,3 3-3-16,0 8 1 0,0 0-2 0,3 8 2 15,-1 6 2-15,-4-3 1 0,7-3-1 0,0 0 1 0,4 6-4 16,2-5 1-16,-6 4-1 0,12-7 1 0,2 0 5 0,-2-4 2 31,-1-2-2-31,9 3 2 0,-3-6-6 0,3 3-1 0,5-5 1 16,9 2 0-16,-3-2 2 0,2-3 1 0,4-1 1 15,-1-2-1-15,6 0-4 0,-5 0-1 0,2 0 1 0</inkml:trace>
  <inkml:trace contextRef="#ctx0" brushRef="#br0" timeOffset="102179.06">8537 11385 1532 0,'0'0'0'16,"0"0"55"-16,-39 0 0 0,28 3 0 0,11-3 0 16,-22 6-38-16,8-1 1 0,-2 9-1 0,2-3 1 15,-6 8 49-15,7-2 2 0,-4-1-1 0,9 9 1 16,-6 3-51-16,-3-3 0 0,9-1-1 0,0-4 1 0,2-4 23 15,6 1-1-15,0-3 1 0,0-3-1 0,0-11-24 16,14 16-1-16,-14-16 1 0,0 0 0 0,14 11-3 16,-3-5 2-16,3-6 0 0,0-11-1 0,5 2-6 15,0 4 1-15,-5-9 0 0,8-5 0 0,0 0 0 0,-8 5 1 16,3 0-1-16,2-8 1 0,-5 0-4 16,-8 5 0-16,2 9 0 0,3-3 1 0,-11 11 1 0,14-14-1 15,-14 14 1-15,0 0 1 0,14 0-3 0,-14 0 0 16,0 0-1-16,8 11 1 0,-8 3 2 0,0-6-1 15,0 3 1-15,0 3 0 0,0 14-2 0,0-9-1 0,0-2 1 16,5 2 0-16,1-5-1 0,-1-3 1 0,-2 2-1 16,6-7 2-16,4 2-3 0,-13-8 0 0,23 6 1 15</inkml:trace>
  <inkml:trace contextRef="#ctx0" brushRef="#br0" timeOffset="102420.81">9237 11032 1494 0,'0'0'0'0,"0"0"0"16,0 0 0-16,0 0 51 0,-30 17-1 0,30-17 1 0,-20 14 0 15,4-3-34-15,2 8 0 0,3 6 0 0,-9 5 1 16,-5 9 32-16,6-6 2 0,0 5 0 0,5 1-1 16,3 0-34-16,2 2 0 0,-2 3 0 0,9-2 1 15,2-9 10-15,0 0 0 0,2-8 0 0,15 2 0 0,-3-8-15 0,0 1 1 16,0-4-1-16,5-2 1 0,0-11-4 0,-2 0 1 15,-1-3 0-15,7-3 0 0,-1 0-4 16,-3-2 1-16,0-4-1 0,12-2 1 16,-9 0-3-16,3 3 2 0,-3 2-1 0</inkml:trace>
  <inkml:trace contextRef="#ctx0" brushRef="#br0" timeOffset="103877.2">7098 12133 1344 0,'0'0'0'0,"0"0"0"0,0 0 0 0,0 0 54 0,39 14 1 0,-25-9 0 0,11-5 0 0,0-8-38 16,-1 5 1-16,4 3-2 0,5-3 2 15,-5-8 45-15,2 6 0 0,-2-1 0 0,11 6 0 0,-9-5-45 0,4 2 0 0,-10 0 0 16,10 1-1 0,-9 2 19-16,-6-6 1 0,9 6 0 0,-4 0 0 15,-4 0-22-15,-6 0 1 0,-1 0-2 0,7 0 2 0,-9 0-15 0,-11 0 0 16,19-14 0-16</inkml:trace>
  <inkml:trace contextRef="#ctx0" brushRef="#br0" timeOffset="104115.48">7546 12221 1356 0,'0'0'0'0,"-5"31"0"0,5-9 0 0,-8-3 33 16,-3 3 0 0,2 3 1-16,4 8 0 0,-1-8-21 0,-2 0 2 0,2-1-1 0,-2 4 1 0,3 0 37 0,-1-9 0 15,0-2 1 1,4 7 0-16,2-4-36 0,-6-1 0 0,6-11-1 0,6 9 2 0,-4-6 7 0,-2-11 1 0,12 5-2 31</inkml:trace>
  <inkml:trace contextRef="#ctx0" brushRef="#br0" timeOffset="104351.8">7643 12530 1557 0,'0'0'0'0,"0"0"0"0,14-3 0 16,-3 1 17-16,3 2 1 0,0-3-1 0,16-3 1 0,1-2-8 16,5-3 0-16,-9 0 0 0,9 0 0 0,-8 6 36 15,-3 2 0-15,-3-6 0 0,8 4 0 0,-5-1-30 16,-5-5 1-16,-1 6-1 0,0 2 1 0,1 3 0 0,-6-5 0 16,-3 2 0-16</inkml:trace>
  <inkml:trace contextRef="#ctx0" brushRef="#br0" timeOffset="105384.56">7826 12552 1369 0,'0'0'0'0,"0"0"0"0,0 0 0 0,0 0 20 0,0 0 0 0,0 0 0 0,30-8 1 0,-16 8-10 0,0-5 0 0,-3 2 0 0,3-3 0 0,3 1 29 0,5-6 0 16,-3 0 0-16,-5 0 1 0,0-3-26 0,2 3 1 15,-7 2 0-15,2 1 0 0,2 0 14 0,-13 8 1 0,6-14 1 16,-6 14-1-16,0 0-17 0,8-14 0 0,-8 14 0 16,0-11 0-16,0 11 6 0,-14-8 2 0,14 8-2 15,-13 0 1-15,-7-3-11 0,1 3 2 0,-6 3-1 16,0 3 0-16,-8 2 12 0,0 0 0 0,8 3 0 15,5-3 0-15,-4 3-12 0,-4 0 2 0,6 3-2 16,8 8 1-16,-3-5 10 0,6-3-1 0,-3 0 0 16,14 10 2-16,-5-4-12 0,5-1 0 0,0-5 0 15,5 8 2-15,9 0 9 0,-3-3 2 0,0-8-2 0,17 3 2 16,0 0-13-16,-9-9 1 0,6-5-1 0,8 0 2 16,0 3 5-16,-5-6 1 0,8-10-1 0,8 7 1 15,-5-8-9-15,0 3 0 0,2-8 0 0,9 5 1 16,-11 0 1-16,0-2 0 0,-9 2 0 0,11-3 1 0,-7 6-7 15,-9 0 2-15,-3 0 0 0</inkml:trace>
  <inkml:trace contextRef="#ctx0" brushRef="#br0" timeOffset="105750.19">8238 12668 1733 0,'0'0'0'0,"0"0"0"0,0 0 0 0,25-8 46 0,-14 2 0 0,3 4 0 0,14-4 0 0,5-5-30 15,-5 0 1-15,2-8 0 0,3 8 0 0,-8 0 45 0,3-3 1 16,-3 0 0 0,2 3 0-16,-2-6-45 0,-5 9 0 0,-1 0 0 0,3 0 0 0,-8-1 17 0,3 1 0 15,-4-3 0-15,4 3 1 0,-3-1-21 0,0 1-1 16,-14 8 1-16</inkml:trace>
  <inkml:trace contextRef="#ctx0" brushRef="#br0" timeOffset="105956.28">8570 12395 1796 0,'0'0'0'0,"0"0"0"0,11 33 0 0,-8-19 43 0,3 2 1 0,-6 1-1 16,11 8 1-16,-3 0-28 0,0-3 1 0,1 0-2 0,4 3 2 0,1 5 44 16,0-11-1-16,0-8 1 0,5 9 1 15,-5-1-45-15,-3-8 0 0,-11-11 1 16</inkml:trace>
  <inkml:trace contextRef="#ctx0" brushRef="#br0" timeOffset="106161.82">9176 11901 1784 0,'0'0'0'0,"-5"28"47"0,-4 2 1 0,4-2 0 16,-1 10 1-16,3 12-32 0,-5-3-1 0,0 3 1 0,2-6 0 15,6 0 26-15,-5-8 0 0,5 0 0 0,-6 5 1 16,4-13-28-16,-1-1 0 0,0-2 0 0</inkml:trace>
  <inkml:trace contextRef="#ctx0" brushRef="#br0" timeOffset="106350.99">9148 12381 1934 0,'0'0'0'0,"23"0"0"0,-1-3 0 0,3 3 44 0,-6 0 1 15,6 0-1-15,8-2 0 0,-5-1-28 0,-6 3 1 16,6 0-1-16,-1 0 1 0,-10-6 23 0,-1 4 0 0,15-1 1 16</inkml:trace>
  <inkml:trace contextRef="#ctx1" brushRef="#br0" timeOffset="97993.03">23390 18859 0,'0'29'0,"29"295"0</inkml:trace>
  <inkml:trace contextRef="#ctx0" brushRef="#br0" timeOffset="129504.2">7184 12936 1117 0,'0'0'0'0,"0"0"80"0,0 0 0 0,0 0 42 0,0 0 1 0,0 0-51 16,0 0 0-16,22-22-24 16,25-20 2-16,-33 29-22 15,27-32 0-15,-24 32-4 16,36-1 2 0,-42 11-6-16,30-2 1 15,-27 5-7-15,30 5 1 0,-24-2-10 16,27 11 2-16,-47-14-1471 0</inkml:trace>
  <inkml:trace contextRef="#ctx0" brushRef="#br0" timeOffset="129751.9">7455 12914 1318 0,'0'0'0'16,"0"16"35"-16,-5 37 0 16,5-31 22-16,-14 44 1 0,3-44-16 15,-14 39-1-15,14-42-23 16,2 36 0-16,9-38-9 16,20 16 0-16,-20-33-1240 15</inkml:trace>
  <inkml:trace contextRef="#ctx0" brushRef="#br0" timeOffset="130324.47">7372 13292 1168 0,'0'0'0'15,"0"0"65"-15,0 0 1 0,0 0 44 16,11-3 0-16,6 0-28 16,44-13 1-16,-34 10-38 15,62-10 0-15,-56 13-22 16,58-30 1-16,-63 22 3 15,55-20 1-15,-58 20-1 16,28-11 0-16,-40 14-8 16,18-17 0-16,-31 25-5 0,33-33 1 15,-33 33-5-15,8-30 1 16,-8 30-3-16,-2-36 0 16,2 36-2-16,-20-17 0 15,1 14-1-15,-31 3 0 16,25 3-1-16,-41 33 0 15,41-19 1-15,-36 32-1 16,42-35 0-16,-12 38 0 16,23-35-2-16,-12 30 2 15,20-31-2-15,20 48 0 16,-12-50-1-16,42 22 1 16,-31-31-1-16,62-13 0 0,-57 2-1 15,71-30 1-15,-60 20-1 16,68-45 1-16,-73 42 0 15,70-34 1 1,-67 34 1-16,64-25 0 16,-69 30 0-16,46-24 1 15,-57 27 0-15,33-20 1 16,-50 31-1598-16</inkml:trace>
  <inkml:trace contextRef="#ctx0" brushRef="#br0" timeOffset="130545.4">8175 12864 1344 0,'0'0'0'0,"5"14"27"0,3 44 0 0,3-39 39 0,23 50 1 16,-26-47-9-16,25 42 0 0,-25-45-19 15,34 31 0 1,-28-39-15-16,44 30 1 16,-58-41-1356-16</inkml:trace>
  <inkml:trace contextRef="#ctx0" brushRef="#br0" timeOffset="130754.35">8758 12704 1231 0,'0'0'0'16,"0"0"57"-16,-5 119 1 0,5-81 39 0,-3 75-1 16,3-82-32-16,-11 63 1 15,11-64-24-15,6 36-1 16,-6-66-1353-16</inkml:trace>
  <inkml:trace contextRef="#ctx0" brushRef="#br0" timeOffset="130927.35">8714 13063 1356 0,'0'0'0'0,"25"-3"36"15,41-5 1-15,-30 8 36 0,61 0 1 16,-61-3-17-16,72-3 1 16,-69 1-20-16,71-17 0 0,-110 22-1364 15</inkml:trace>
  <inkml:trace contextRef="#ctx0" brushRef="#br0" timeOffset="-210346.6">7513 13637 740 0,'0'0'0'0,"0"0"0"0,0 0 0 0,0 0 46 0,0 0 0 0,0 0 0 0,0 0 0 0,0 0-30 0,0 0 1 0,0 0 0 0,-19 24-1 15,19-24 64-15,0 0 0 0,0 0-1 0,-6 20 2 16,1-4-63-16,5-2 0 0,0 0 0 16,0 2 0-16,-3 6 56 0,3 6 1 0,0-3-1 15,0-3 2-15,0-3-59 0,0 3 1 0,-5-2 0 16,5 7 0-16,-6 1 27 0,-2-6 0 0,8 0 0 0,0 3 1 16,-6 2-30-16,1 1 1 0,5-9-1 0,0-2 1 0,-6 5 8 15,3-3 0-15,3-2-1 0,0-3 1 0,0-3-13 16,0-11 1-16,-5 19-1 0,5-19 0 0,0 0 4 0,0 11 1 15,0-11-1-15,0 0 0 16,0 0-7-16,0 11 2 0,0-11-2 0</inkml:trace>
  <inkml:trace contextRef="#ctx0" brushRef="#br0" timeOffset="-209950.02">7663 13868 1269 0,'0'0'0'0,"0"0"0"15,0 0 0-15,0 0 42 0,0 0 2 0,0 0 0 0,-20 33 0 16,20-19-29-16,-5 0 2 0,-4 5-1 16,9 3 1-16,-5 11 26 0,-1-5 2 0,1 2-1 0,5 3 1 15,-3 1-29-15,3-4 1 0,-5-2-2 0,10-4 2 16,-5-4 4-16,0-7 2 0,3 4-1 0,8-9 1 15,-11-8-12-15,8 11 0 0,-8-11 0 0,17-5 2 0,-9-1-5 0,3-2 1 16,3-3-2-16,5-11 2 0,-5-11-3 0,0 2 0 16,0 1-1-16,8 5 2 0,-8 6-4 0,0-3 2 15,-9 3-1-15,9-1 1 0,-8 1-2 0,2 8 1 16,-8 11-1-16,0 0 0 0,11-8 1 0,-11 8 0 16,0 0 0-16,0 0 0 0,14 13-2 0,-14-4 2 15,0 2-1-15,0 14 0 0,0 10 3 0,0-4 0 0,-6 5-1 16,12-3 1-16,-6-6-3 0,-6 1 2 0,6-6-1 15,6-3 1-15,-1 1 0 0,-2-1 1 16,3-8-1-16,-1 3 1 16,9-6-3-16,-3 0 2 0,-11-8-1 0</inkml:trace>
  <inkml:trace contextRef="#ctx0" brushRef="#br0" timeOffset="-209791.11">8188 13675 1155 0,'0'0'0'16,"0"0"36"-16,0 0 1 0,0 0-1 0,0 0 1 15,0 0-22-15,0 0 1 0,0 0-2 0,6 33 2 0,-6-33 31 16,0 20 0-16,0-4 0 0</inkml:trace>
  <inkml:trace contextRef="#ctx0" brushRef="#br0" timeOffset="-209380.82">8316 13659 1344 0,'0'0'0'0,"0"0"0"0,0 0 0 0,0 0 9 0,-20 38 1 16,12-21 0-16,8 2 0 0,-6 0-4 0,1 6 1 16,2 3-1-16,-2 5 1 0,5-3 8 0,-6-2-1 0,3 5 1 15,3 8-1-15,-2-2-5 0,2 2 0 0,-6 1 0 16,6-6 0-16,0-1 10 0,-6-7 2 0,1 8-2 16,5-8 1-16,0-1-10 0,0 1 1 0,5 2-1 15,1-16 1-15,-6 0 1 0,0-6-1 0,0-8 0 16</inkml:trace>
  <inkml:trace contextRef="#ctx0" brushRef="#br0" timeOffset="-209225.48">8199 13973 1444 0,'0'0'0'15,"39"0"46"-15,-8 0 0 0,5 0 0 0,-3 0 0 16,0 0-30-16,-3 0 0 0,-2 0 1 0,5 3 0 0,-2-3 55 15,-6 0 0-15,0 0-1 0,2 0 1 16,-2 0-54-16,-6-3 0 0,1-2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24.09.2026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24.09.2026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24.09.2026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24.09.2026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24.09.2026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24.09.2026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24.09.2026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24.09.2026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24.09.2026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24.09.2026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rlito"/>
              </a:rPr>
              <a:t>Begriffe und Datentypen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rlito"/>
              </a:rPr>
              <a:t>Stunde 02 · 24. September 2026 — die eigene Datenbank einrichten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F1B48-903E-8E5F-AF7F-6C1118BD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Chaosliste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ED5717A-FF07-1391-ADD9-CF478CD48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844" y="1018598"/>
            <a:ext cx="10836919" cy="569080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994F0C-7C33-B37A-C741-BEBCBF24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561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wir heute erreichen</a:t>
            </a:r>
          </a:p>
        </p:txBody>
      </p:sp>
      <p:pic>
        <p:nvPicPr>
          <p:cNvPr id="3" name="Picture 2" descr="07_Grafik_26_Z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29368"/>
            <a:ext cx="11420856" cy="5183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Weg durch die Stunde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E97132"/>
                </a:solidFill>
                <a:latin typeface="Carlito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5960" y="1298448"/>
            <a:ext cx="32004" cy="6035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rlito"/>
              </a:rPr>
              <a:t>Formalien klären</a:t>
            </a:r>
            <a:r>
              <a:rPr sz="1600" b="0">
                <a:solidFill>
                  <a:srgbClr val="44546A"/>
                </a:solidFill>
                <a:latin typeface="Carlito"/>
              </a:rPr>
              <a:t>   Wie heißt was — und wer macht was?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139696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2029968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Datentypen und Formate festlegen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Welcher Typ, welche Schreibweise?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1216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980944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2871216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Konfigurieren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Die eigene Datenbank einstellen und prüfen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12464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822192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3712464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Besprechen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Was hat der Riegel geändert — und was kommt nächste Woche?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Eine Datenbank, viele Tabellen</a:t>
            </a:r>
          </a:p>
        </p:txBody>
      </p:sp>
      <p:pic>
        <p:nvPicPr>
          <p:cNvPr id="3" name="Picture 2" descr="07_Grafik_25_Definition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68" y="932688"/>
            <a:ext cx="10590414" cy="53766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Begriffe der Tabelle</a:t>
            </a:r>
          </a:p>
        </p:txBody>
      </p:sp>
      <p:pic>
        <p:nvPicPr>
          <p:cNvPr id="3" name="Picture 2" descr="07_Grafik_18_Vokab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95" y="932687"/>
            <a:ext cx="10129961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Dieselbe Vereinsliste, drei Sichten</a:t>
            </a:r>
          </a:p>
        </p:txBody>
      </p:sp>
      <p:pic>
        <p:nvPicPr>
          <p:cNvPr id="3" name="Picture 2" descr="07_Grafik_15_Eben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41515"/>
            <a:ext cx="11420856" cy="5359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Wer macht was — die Kette vom Klick bis zur Datei</a:t>
            </a:r>
          </a:p>
        </p:txBody>
      </p:sp>
      <p:pic>
        <p:nvPicPr>
          <p:cNvPr id="3" name="Picture 2" descr="07_Grafik_17_Schich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2" y="932688"/>
            <a:ext cx="11273667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Weg durch die Stunde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5960" y="1298448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Formalien klären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Wie heißt was — und wer macht was?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E97132"/>
                </a:solidFill>
                <a:latin typeface="Carlit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139696"/>
            <a:ext cx="32004" cy="6035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2029968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rlito"/>
              </a:rPr>
              <a:t>Datentypen und Formate festlegen</a:t>
            </a:r>
            <a:r>
              <a:rPr sz="1600" b="0">
                <a:solidFill>
                  <a:srgbClr val="44546A"/>
                </a:solidFill>
                <a:latin typeface="Carlito"/>
              </a:rPr>
              <a:t>   Welcher Typ, welche Schreibweise?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1216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980944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2871216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Konfigurieren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Die eigene Datenbank einstellen und prüfen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12464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822192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3712464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Besprechen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Was hat der Riegel geändert — und was kommt nächste Woche?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SQLite speichern kann</a:t>
            </a:r>
          </a:p>
        </p:txBody>
      </p:sp>
      <p:pic>
        <p:nvPicPr>
          <p:cNvPr id="3" name="Picture 2" descr="07_Grafik_19_Speicherklas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5441"/>
            <a:ext cx="11420856" cy="5271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NUMERIC — und warum wir es nicht nehmen</a:t>
            </a:r>
          </a:p>
        </p:txBody>
      </p:sp>
      <p:pic>
        <p:nvPicPr>
          <p:cNvPr id="3" name="Picture 2" descr="07_Grafik_27_Num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5441"/>
            <a:ext cx="11420856" cy="5271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Welcher Datentyp wofür?</a:t>
            </a:r>
          </a:p>
        </p:txBody>
      </p:sp>
      <p:pic>
        <p:nvPicPr>
          <p:cNvPr id="3" name="Picture 2" descr="07_Grafik_28_Faustreg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2" y="932688"/>
            <a:ext cx="11273667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Hausregeln — legen wir selbst 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09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97132"/>
                </a:solidFill>
                <a:latin typeface="Carlito"/>
              </a:rPr>
              <a:t>Zu zweit, 5 Minuten: Typ und Regel je Merkmal vorschlagen — dann legen wir die Hausregeln gemeinsam fest.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59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rlito"/>
                        </a:rPr>
                        <a:t>Merkmal</a:t>
                      </a:r>
                    </a:p>
                  </a:txBody>
                  <a:tcPr marL="762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rlito"/>
                        </a:rPr>
                        <a:t>Typ</a:t>
                      </a:r>
                    </a:p>
                  </a:txBody>
                  <a:tcPr marL="762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rlito"/>
                        </a:rPr>
                        <a:t>Regel für den Wert</a:t>
                      </a:r>
                    </a:p>
                  </a:txBody>
                  <a:tcPr marL="762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rlito"/>
                        </a:rPr>
                        <a:t>vorher  →  nachher</a:t>
                      </a:r>
                    </a:p>
                  </a:txBody>
                  <a:tcPr marL="76200" marT="12700" marB="12700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Nr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Mitglied</a:t>
                      </a:r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Geburtstag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Straße</a:t>
                      </a:r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PLZ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Ort</a:t>
                      </a:r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Kurs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Beitrag</a:t>
                      </a:r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Trainer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Telefon Trainer</a:t>
                      </a:r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4546A"/>
                          </a:solidFill>
                          <a:latin typeface="Carlito"/>
                        </a:rPr>
                        <a:t>Bezahlt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rlito"/>
                        </a:defRPr>
                      </a:pPr>
                      <a:endParaRPr/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230368"/>
            <a:ext cx="11109960" cy="100584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 w="254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30352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4546A"/>
                </a:solidFill>
                <a:latin typeface="Carlito"/>
              </a:rPr>
              <a:t>Leitfrage: Muss man mit dieser Angabe rechnen können?  Dann Zahl.  Sonst Text — auch wenn Ziffern drinstehen.</a:t>
            </a:r>
          </a:p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44546A"/>
                </a:solidFill>
                <a:latin typeface="Carlito"/>
              </a:rPr>
              <a:t>Sonderfall Datum: kein eigener Typ in SQLite — als Text JJJJ-MM-TT kann SQLite trotzdem damit rechnen.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D42A35A9-EB04-9D02-E186-B643B991F8CE}"/>
                  </a:ext>
                </a:extLst>
              </p14:cNvPr>
              <p14:cNvContentPartPr/>
              <p14:nvPr/>
            </p14:nvContentPartPr>
            <p14:xfrm>
              <a:off x="2487600" y="1785600"/>
              <a:ext cx="9120600" cy="5131080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D42A35A9-EB04-9D02-E186-B643B991F8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8240" y="1776240"/>
                <a:ext cx="9139320" cy="514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Exkurs: Datentypen in anderen Datenbanken</a:t>
            </a:r>
          </a:p>
        </p:txBody>
      </p:sp>
      <p:pic>
        <p:nvPicPr>
          <p:cNvPr id="3" name="Picture 2" descr="07_Grafik_24_Typen_allgeme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92926"/>
            <a:ext cx="11420856" cy="46561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Weg durch die Stunde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5960" y="1298448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Formalien klären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Wie heißt was — und wer macht was?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139696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2029968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Datentypen und Formate festlegen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Welcher Typ, welche Schreibweise?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1216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E97132"/>
                </a:solidFill>
                <a:latin typeface="Carlito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980944"/>
            <a:ext cx="32004" cy="6035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2871216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rlito"/>
              </a:rPr>
              <a:t>Konfigurieren</a:t>
            </a:r>
            <a:r>
              <a:rPr sz="1600" b="0">
                <a:solidFill>
                  <a:srgbClr val="44546A"/>
                </a:solidFill>
                <a:latin typeface="Carlito"/>
              </a:rPr>
              <a:t>   Die eigene Datenbank einstellen und prüfen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12464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822192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3712464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Besprechen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Was hat der Riegel geändert — und was kommt nächste Woche?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P1 · Ihre Datenbank einrichten</a:t>
            </a:r>
          </a:p>
        </p:txBody>
      </p:sp>
      <p:pic>
        <p:nvPicPr>
          <p:cNvPr id="3" name="Picture 2" descr="07_Grafik_29_Auft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16" y="932688"/>
            <a:ext cx="11094720" cy="53766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Teil B — geradeziehen</a:t>
            </a:r>
          </a:p>
        </p:txBody>
      </p:sp>
      <p:pic>
        <p:nvPicPr>
          <p:cNvPr id="3" name="Picture 2" descr="07_Grafik_22_Geradezie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93" y="932688"/>
            <a:ext cx="10921365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Weg durch die Stunde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5960" y="1298448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Formalien klären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Wie heißt was — und wer macht was?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139696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2029968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Datentypen und Formate festlegen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Welcher Typ, welche Schreibweise?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1216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D9D9D9"/>
                </a:solidFill>
                <a:latin typeface="Carlito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980944"/>
            <a:ext cx="32004" cy="6035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2871216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Carlito"/>
              </a:rPr>
              <a:t>Konfigurieren</a:t>
            </a:r>
            <a:r>
              <a:rPr sz="1600" b="0">
                <a:solidFill>
                  <a:srgbClr val="8C8C8C"/>
                </a:solidFill>
                <a:latin typeface="Carlito"/>
              </a:rPr>
              <a:t>   Die eigene Datenbank einstellen und prüfen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12464"/>
            <a:ext cx="914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000" b="1">
                <a:solidFill>
                  <a:srgbClr val="E97132"/>
                </a:solidFill>
                <a:latin typeface="Carlito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822192"/>
            <a:ext cx="32004" cy="6035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3712464"/>
            <a:ext cx="9326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44546A"/>
                </a:solidFill>
                <a:latin typeface="Carlito"/>
              </a:rPr>
              <a:t>Besprechen</a:t>
            </a:r>
            <a:r>
              <a:rPr sz="1600" b="0">
                <a:solidFill>
                  <a:srgbClr val="44546A"/>
                </a:solidFill>
                <a:latin typeface="Carlito"/>
              </a:rPr>
              <a:t>   Was hat der Riegel geändert — und was kommt nächste Woche?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der Haken geändert hat</a:t>
            </a:r>
          </a:p>
        </p:txBody>
      </p:sp>
      <p:pic>
        <p:nvPicPr>
          <p:cNvPr id="3" name="Picture 2" descr="07_Grafik_23_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68" y="932688"/>
            <a:ext cx="10590414" cy="53766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Nein gesagt hat das DBMS — nicht das Werkzeug</a:t>
            </a:r>
          </a:p>
        </p:txBody>
      </p:sp>
      <p:pic>
        <p:nvPicPr>
          <p:cNvPr id="3" name="Picture 2" descr="07_Grafik_17_Schich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2" y="932688"/>
            <a:ext cx="11273667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gehört zusammen?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109960" cy="3200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45919"/>
            <a:ext cx="1028700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 dirty="0">
                <a:solidFill>
                  <a:srgbClr val="FFFFFF"/>
                </a:solidFill>
                <a:latin typeface="Carlito"/>
              </a:rPr>
              <a:t>R1 ·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Jede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Angabe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nur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einmal</a:t>
            </a:r>
            <a:endParaRPr sz="3000" b="1" dirty="0">
              <a:solidFill>
                <a:srgbClr val="FFFFFF"/>
              </a:solidFill>
              <a:latin typeface="Carlito"/>
            </a:endParaRP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Herr Ott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bekommt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eine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neue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Telefonnummer</a:t>
            </a:r>
            <a:r>
              <a:rPr sz="1900" dirty="0">
                <a:solidFill>
                  <a:srgbClr val="FFFFFF"/>
                </a:solidFill>
                <a:latin typeface="Carlito"/>
              </a:rPr>
              <a:t>. In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wie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vielen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Datensätzen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müssen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Sie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sie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ändern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?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In der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Vereinsliste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steht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vieles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mehrfach</a:t>
            </a:r>
            <a:r>
              <a:rPr sz="1900" dirty="0">
                <a:solidFill>
                  <a:srgbClr val="FFFFFF"/>
                </a:solidFill>
                <a:latin typeface="Carlito"/>
              </a:rPr>
              <a:t>,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obwohl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es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nur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einmal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stimmen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müsste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Finden Sie die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Wiederholungen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und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ordnen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Sie die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Angaben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neu — am Ende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werden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aus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der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einen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Liste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mehrere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Tabellen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900" dirty="0" err="1">
                <a:solidFill>
                  <a:srgbClr val="FFFFFF"/>
                </a:solidFill>
                <a:latin typeface="Carlito"/>
              </a:rPr>
              <a:t>Jede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Angabe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nur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noch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an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einer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Stelle, und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trotzdem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geht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nichts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verloren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09160"/>
            <a:ext cx="1110996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885904"/>
            <a:ext cx="10469880" cy="7437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900" b="1" dirty="0" err="1">
                <a:solidFill>
                  <a:srgbClr val="5B9BD5"/>
                </a:solidFill>
                <a:latin typeface="Carlito"/>
              </a:rPr>
              <a:t>Hausaufgabe</a:t>
            </a:r>
            <a:r>
              <a:rPr sz="1900" b="1" dirty="0">
                <a:solidFill>
                  <a:srgbClr val="5B9BD5"/>
                </a:solidFill>
                <a:latin typeface="Carlito"/>
              </a:rPr>
              <a:t> bis 01.10.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44546A"/>
                </a:solidFill>
                <a:latin typeface="Carlito"/>
              </a:rPr>
              <a:t>R1 </a:t>
            </a:r>
            <a:r>
              <a:rPr sz="1500" dirty="0" err="1">
                <a:solidFill>
                  <a:srgbClr val="44546A"/>
                </a:solidFill>
                <a:latin typeface="Carlito"/>
              </a:rPr>
              <a:t>fertig</a:t>
            </a:r>
            <a:r>
              <a:rPr sz="1500" dirty="0">
                <a:solidFill>
                  <a:srgbClr val="44546A"/>
                </a:solidFill>
                <a:latin typeface="Carlito"/>
              </a:rPr>
              <a:t> </a:t>
            </a:r>
            <a:r>
              <a:rPr sz="1500" dirty="0" err="1">
                <a:solidFill>
                  <a:srgbClr val="44546A"/>
                </a:solidFill>
                <a:latin typeface="Carlito"/>
              </a:rPr>
              <a:t>machen</a:t>
            </a:r>
            <a:r>
              <a:rPr sz="1500" dirty="0">
                <a:solidFill>
                  <a:srgbClr val="44546A"/>
                </a:solidFill>
                <a:latin typeface="Carlito"/>
              </a:rPr>
              <a:t> — die </a:t>
            </a:r>
            <a:r>
              <a:rPr sz="1500" dirty="0" err="1">
                <a:solidFill>
                  <a:srgbClr val="44546A"/>
                </a:solidFill>
                <a:latin typeface="Carlito"/>
              </a:rPr>
              <a:t>Neuordnung</a:t>
            </a:r>
            <a:r>
              <a:rPr sz="1500" dirty="0">
                <a:solidFill>
                  <a:srgbClr val="44546A"/>
                </a:solidFill>
                <a:latin typeface="Carlito"/>
              </a:rPr>
              <a:t> der </a:t>
            </a:r>
            <a:r>
              <a:rPr sz="1500" dirty="0" err="1">
                <a:solidFill>
                  <a:srgbClr val="44546A"/>
                </a:solidFill>
                <a:latin typeface="Carlito"/>
              </a:rPr>
              <a:t>Vereinsliste</a:t>
            </a:r>
            <a:r>
              <a:rPr sz="1500" dirty="0">
                <a:solidFill>
                  <a:srgbClr val="44546A"/>
                </a:solidFill>
                <a:latin typeface="Carlito"/>
              </a:rPr>
              <a:t> auf </a:t>
            </a:r>
            <a:r>
              <a:rPr sz="1500" dirty="0" err="1">
                <a:solidFill>
                  <a:srgbClr val="44546A"/>
                </a:solidFill>
                <a:latin typeface="Carlito"/>
              </a:rPr>
              <a:t>einer</a:t>
            </a:r>
            <a:r>
              <a:rPr sz="1500" dirty="0">
                <a:solidFill>
                  <a:srgbClr val="44546A"/>
                </a:solidFill>
                <a:latin typeface="Carlito"/>
              </a:rPr>
              <a:t> </a:t>
            </a:r>
            <a:r>
              <a:rPr sz="1500" dirty="0" err="1">
                <a:solidFill>
                  <a:srgbClr val="44546A"/>
                </a:solidFill>
                <a:latin typeface="Carlito"/>
              </a:rPr>
              <a:t>Seite</a:t>
            </a:r>
            <a:r>
              <a:rPr lang="de-DE" sz="1500" dirty="0">
                <a:solidFill>
                  <a:srgbClr val="44546A"/>
                </a:solidFill>
                <a:latin typeface="Carlito"/>
              </a:rPr>
              <a:t>.</a:t>
            </a:r>
            <a:endParaRPr sz="1500" dirty="0">
              <a:solidFill>
                <a:srgbClr val="44546A"/>
              </a:solidFill>
              <a:latin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f399-1951-4138-a923-50b4bb941d1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3A5E682D44794DBB5664561E674637" ma:contentTypeVersion="8" ma:contentTypeDescription="Ein neues Dokument erstellen." ma:contentTypeScope="" ma:versionID="1e042c8b5e5a08998db19a391547328a">
  <xsd:schema xmlns:xsd="http://www.w3.org/2001/XMLSchema" xmlns:xs="http://www.w3.org/2001/XMLSchema" xmlns:p="http://schemas.microsoft.com/office/2006/metadata/properties" xmlns:ns2="7a26f399-1951-4138-a923-50b4bb941d1d" targetNamespace="http://schemas.microsoft.com/office/2006/metadata/properties" ma:root="true" ma:fieldsID="b640cd5e428943d5f6880b32cd2bb466" ns2:_="">
    <xsd:import namespace="7a26f399-1951-4138-a923-50b4bb941d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f399-1951-4138-a923-50b4bb941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a5535118-14b6-4b33-a4e2-2482394235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7a26f399-1951-4138-a923-50b4bb941d1d"/>
  </ds:schemaRefs>
</ds:datastoreItem>
</file>

<file path=customXml/itemProps2.xml><?xml version="1.0" encoding="utf-8"?>
<ds:datastoreItem xmlns:ds="http://schemas.openxmlformats.org/officeDocument/2006/customXml" ds:itemID="{4204CBC5-C633-4350-BE26-89AD3131C5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6f399-1951-4138-a923-50b4bb941d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Office PowerPoint</Application>
  <PresentationFormat>Breitbild</PresentationFormat>
  <Paragraphs>80</Paragraphs>
  <Slides>21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Arial</vt:lpstr>
      <vt:lpstr>Calibri</vt:lpstr>
      <vt:lpstr>Carlito</vt:lpstr>
      <vt:lpstr>Consolas</vt:lpstr>
      <vt:lpstr>LMSans10-Regular</vt:lpstr>
      <vt:lpstr>Office</vt:lpstr>
      <vt:lpstr>Begriffe und Datentypen</vt:lpstr>
      <vt:lpstr>Chaosliste</vt:lpstr>
      <vt:lpstr>Was wir heute erreichen</vt:lpstr>
      <vt:lpstr>Der Weg durch die Stunde</vt:lpstr>
      <vt:lpstr>Eine Datenbank, viele Tabellen</vt:lpstr>
      <vt:lpstr>Die Begriffe der Tabelle</vt:lpstr>
      <vt:lpstr>Dieselbe Vereinsliste, drei Sichten</vt:lpstr>
      <vt:lpstr>Wer macht was — die Kette vom Klick bis zur Datei</vt:lpstr>
      <vt:lpstr>Der Weg durch die Stunde</vt:lpstr>
      <vt:lpstr>Was SQLite speichern kann</vt:lpstr>
      <vt:lpstr>NUMERIC — und warum wir es nicht nehmen</vt:lpstr>
      <vt:lpstr>Welcher Datentyp wofür?</vt:lpstr>
      <vt:lpstr>Hausregeln — legen wir selbst fest</vt:lpstr>
      <vt:lpstr>Exkurs: Datentypen in anderen Datenbanken</vt:lpstr>
      <vt:lpstr>Der Weg durch die Stunde</vt:lpstr>
      <vt:lpstr>P1 · Ihre Datenbank einrichten</vt:lpstr>
      <vt:lpstr>Teil B — geradeziehen</vt:lpstr>
      <vt:lpstr>Der Weg durch die Stunde</vt:lpstr>
      <vt:lpstr>Was der Haken geändert hat</vt:lpstr>
      <vt:lpstr>Nein gesagt hat das DBMS — nicht das Werkzeug</vt:lpstr>
      <vt:lpstr>Was gehört zusammen?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Begriffe und Datentypen</dc:title>
  <dc:creator>Mödl Tobias</dc:creator>
  <cp:lastModifiedBy>Sebastian Schaffenroth</cp:lastModifiedBy>
  <cp:revision>14</cp:revision>
  <dcterms:created xsi:type="dcterms:W3CDTF">2025-03-19T14:45:56Z</dcterms:created>
  <dcterms:modified xsi:type="dcterms:W3CDTF">2026-09-24T06:46:46Z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0x010100D83A5E682D44794DBB5664561E674637</vt:lpwstr>
  </property>
  <property fmtid="{D5CDD505-2E9C-101B-9397-08002B2CF9AE}" pid="3" name="MediaServiceImageTags">
    <vt:lpwstr/>
  </property>
</Properties>
</file>