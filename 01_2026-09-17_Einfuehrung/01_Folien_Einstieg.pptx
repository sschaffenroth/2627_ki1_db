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9" r:id="rId6"/>
    <p:sldId id="257" r:id="rId7"/>
    <p:sldId id="260" r:id="rId8"/>
    <p:sldId id="269" r:id="rId9"/>
    <p:sldId id="271" r:id="rId10"/>
    <p:sldId id="261" r:id="rId11"/>
    <p:sldId id="258" r:id="rId12"/>
    <p:sldId id="273" r:id="rId13"/>
    <p:sldId id="270" r:id="rId14"/>
    <p:sldId id="272" r:id="rId15"/>
    <p:sldId id="262" r:id="rId16"/>
    <p:sldId id="263" r:id="rId17"/>
    <p:sldId id="274" r:id="rId18"/>
    <p:sldId id="264" r:id="rId19"/>
    <p:sldId id="265" r:id="rId20"/>
    <p:sldId id="266" r:id="rId21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832A5-12A7-4942-8544-E4048E407A6F}" v="7" dt="2026-09-17T05:48:0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0" y="39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F2154472-16D7-46D5-B8D0-F8FEF091E191}"/>
    <pc:docChg chg="addSld delSld modSld sldOrd">
      <pc:chgData name="Sebastian Schaffenroth" userId="83ba2d4c-f1cc-45fa-9036-06081a77fcd1" providerId="ADAL" clId="{F2154472-16D7-46D5-B8D0-F8FEF091E191}" dt="2026-09-17T05:57:39.901" v="15"/>
      <pc:docMkLst>
        <pc:docMk/>
      </pc:docMkLst>
      <pc:sldChg chg="ord">
        <pc:chgData name="Sebastian Schaffenroth" userId="83ba2d4c-f1cc-45fa-9036-06081a77fcd1" providerId="ADAL" clId="{F2154472-16D7-46D5-B8D0-F8FEF091E191}" dt="2026-09-17T05:57:39.901" v="15"/>
        <pc:sldMkLst>
          <pc:docMk/>
          <pc:sldMk cId="4061687947" sldId="257"/>
        </pc:sldMkLst>
      </pc:sldChg>
      <pc:sldChg chg="add">
        <pc:chgData name="Sebastian Schaffenroth" userId="83ba2d4c-f1cc-45fa-9036-06081a77fcd1" providerId="ADAL" clId="{F2154472-16D7-46D5-B8D0-F8FEF091E191}" dt="2026-09-17T05:47:47.457" v="11"/>
        <pc:sldMkLst>
          <pc:docMk/>
          <pc:sldMk cId="0" sldId="262"/>
        </pc:sldMkLst>
      </pc:sldChg>
      <pc:sldChg chg="add">
        <pc:chgData name="Sebastian Schaffenroth" userId="83ba2d4c-f1cc-45fa-9036-06081a77fcd1" providerId="ADAL" clId="{F2154472-16D7-46D5-B8D0-F8FEF091E191}" dt="2026-09-17T05:47:58.289" v="12"/>
        <pc:sldMkLst>
          <pc:docMk/>
          <pc:sldMk cId="0" sldId="263"/>
        </pc:sldMkLst>
      </pc:sldChg>
      <pc:sldChg chg="add">
        <pc:chgData name="Sebastian Schaffenroth" userId="83ba2d4c-f1cc-45fa-9036-06081a77fcd1" providerId="ADAL" clId="{F2154472-16D7-46D5-B8D0-F8FEF091E191}" dt="2026-09-17T05:48:07.760" v="13"/>
        <pc:sldMkLst>
          <pc:docMk/>
          <pc:sldMk cId="0" sldId="264"/>
        </pc:sldMkLst>
      </pc:sldChg>
      <pc:sldChg chg="add">
        <pc:chgData name="Sebastian Schaffenroth" userId="83ba2d4c-f1cc-45fa-9036-06081a77fcd1" providerId="ADAL" clId="{F2154472-16D7-46D5-B8D0-F8FEF091E191}" dt="2026-09-17T05:48:07.760" v="13"/>
        <pc:sldMkLst>
          <pc:docMk/>
          <pc:sldMk cId="0" sldId="265"/>
        </pc:sldMkLst>
      </pc:sldChg>
      <pc:sldChg chg="add">
        <pc:chgData name="Sebastian Schaffenroth" userId="83ba2d4c-f1cc-45fa-9036-06081a77fcd1" providerId="ADAL" clId="{F2154472-16D7-46D5-B8D0-F8FEF091E191}" dt="2026-09-17T05:48:07.760" v="13"/>
        <pc:sldMkLst>
          <pc:docMk/>
          <pc:sldMk cId="0" sldId="266"/>
        </pc:sldMkLst>
      </pc:sldChg>
      <pc:sldChg chg="ord">
        <pc:chgData name="Sebastian Schaffenroth" userId="83ba2d4c-f1cc-45fa-9036-06081a77fcd1" providerId="ADAL" clId="{F2154472-16D7-46D5-B8D0-F8FEF091E191}" dt="2026-09-17T05:44:29.210" v="9"/>
        <pc:sldMkLst>
          <pc:docMk/>
          <pc:sldMk cId="1621020110" sldId="270"/>
        </pc:sldMkLst>
      </pc:sldChg>
      <pc:sldChg chg="add ord">
        <pc:chgData name="Sebastian Schaffenroth" userId="83ba2d4c-f1cc-45fa-9036-06081a77fcd1" providerId="ADAL" clId="{F2154472-16D7-46D5-B8D0-F8FEF091E191}" dt="2026-09-17T05:44:29.210" v="9"/>
        <pc:sldMkLst>
          <pc:docMk/>
          <pc:sldMk cId="0" sldId="272"/>
        </pc:sldMkLst>
      </pc:sldChg>
      <pc:sldChg chg="add del ord">
        <pc:chgData name="Sebastian Schaffenroth" userId="83ba2d4c-f1cc-45fa-9036-06081a77fcd1" providerId="ADAL" clId="{F2154472-16D7-46D5-B8D0-F8FEF091E191}" dt="2026-09-17T05:44:29.210" v="9"/>
        <pc:sldMkLst>
          <pc:docMk/>
          <pc:sldMk cId="0" sldId="273"/>
        </pc:sldMkLst>
      </pc:sldChg>
      <pc:sldChg chg="add">
        <pc:chgData name="Sebastian Schaffenroth" userId="83ba2d4c-f1cc-45fa-9036-06081a77fcd1" providerId="ADAL" clId="{F2154472-16D7-46D5-B8D0-F8FEF091E191}" dt="2026-09-17T05:47:40.725" v="10"/>
        <pc:sldMkLst>
          <pc:docMk/>
          <pc:sldMk cId="0" sldId="2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17.09.2026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16.09.2026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17877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42601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de-DE" noProof="0" smtClean="0"/>
              <a:t>10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4110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16.09.2026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16.09.2026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16.09.2026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16.09.2026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16.09.2026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E6C31-70E6-2DD3-D756-E460EDA3B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Datenbanken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00AD5F-F618-963F-FB0D-86EC62ADBC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Fachschule für Künstliche Intelligenz · 1. Schuljahr · Schuljahr 2026/27</a:t>
            </a:r>
          </a:p>
        </p:txBody>
      </p:sp>
    </p:spTree>
    <p:extLst>
      <p:ext uri="{BB962C8B-B14F-4D97-AF65-F5344CB8AC3E}">
        <p14:creationId xmlns:p14="http://schemas.microsoft.com/office/powerpoint/2010/main" val="49276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9C68FD-D014-91A9-9436-5E37437A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Sebastian Schaffenroth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96D000-9A8B-F5BB-753F-3C2C0C3C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2011 – 2013 Siemens Technik Akademie  - Industrietechnologe</a:t>
            </a:r>
          </a:p>
          <a:p>
            <a:r>
              <a:rPr lang="de-DE" dirty="0"/>
              <a:t>2013 – 2017 OTH Amberg-Weiden – Bachelor/Master: IT und Automation</a:t>
            </a:r>
          </a:p>
          <a:p>
            <a:r>
              <a:rPr lang="de-DE" dirty="0"/>
              <a:t>2013 – 2017 Werksstudent bei Siemens: Steuerungstechnik und Softwareentwicklung</a:t>
            </a:r>
          </a:p>
          <a:p>
            <a:r>
              <a:rPr lang="de-DE" dirty="0"/>
              <a:t>2017 – 2025 Wiss. Mitarbeiter OTH-AW und Automation Institute Amberg (AIA)</a:t>
            </a:r>
          </a:p>
          <a:p>
            <a:pPr lvl="1"/>
            <a:r>
              <a:rPr lang="de-DE" dirty="0"/>
              <a:t>Linux-Kernel</a:t>
            </a:r>
          </a:p>
          <a:p>
            <a:pPr lvl="1"/>
            <a:r>
              <a:rPr lang="de-DE" dirty="0"/>
              <a:t>Smart Factory</a:t>
            </a:r>
          </a:p>
          <a:p>
            <a:pPr lvl="1"/>
            <a:r>
              <a:rPr lang="de-DE" dirty="0"/>
              <a:t>Modem-Entwicklung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6977D4-304E-B18F-C8BB-599556F3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</p:spTree>
    <p:extLst>
      <p:ext uri="{BB962C8B-B14F-4D97-AF65-F5344CB8AC3E}">
        <p14:creationId xmlns:p14="http://schemas.microsoft.com/office/powerpoint/2010/main" val="418932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FA744-A7FC-5D50-FCCD-7399E8C5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658029-B266-73DF-DC71-D53D87F1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53B1987-A44F-3B5A-AEF0-7120488D9E23}"/>
              </a:ext>
            </a:extLst>
          </p:cNvPr>
          <p:cNvSpPr txBox="1">
            <a:spLocks/>
          </p:cNvSpPr>
          <p:nvPr/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7F00"/>
              </a:buClr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Warum Datenbanken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E0A3B15-9820-4704-A3D1-1EC58946D239}"/>
              </a:ext>
            </a:extLst>
          </p:cNvPr>
          <p:cNvCxnSpPr>
            <a:cxnSpLocks/>
          </p:cNvCxnSpPr>
          <p:nvPr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8ECDB72-10C6-268F-016E-8DD6DC165426}"/>
              </a:ext>
            </a:extLst>
          </p:cNvPr>
          <p:cNvSpPr txBox="1"/>
          <p:nvPr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38DE02E9-A26C-FA44-00B6-F501172B4F88}"/>
              </a:ext>
            </a:extLst>
          </p:cNvPr>
          <p:cNvSpPr txBox="1">
            <a:spLocks/>
          </p:cNvSpPr>
          <p:nvPr/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7F00"/>
              </a:buClr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Jahresüberblick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E3227B6-DF2F-D065-DF95-EF54010460C2}"/>
              </a:ext>
            </a:extLst>
          </p:cNvPr>
          <p:cNvCxnSpPr>
            <a:cxnSpLocks/>
          </p:cNvCxnSpPr>
          <p:nvPr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44B52E6-9CFC-E48E-3849-98FCD8E67278}"/>
              </a:ext>
            </a:extLst>
          </p:cNvPr>
          <p:cNvSpPr txBox="1"/>
          <p:nvPr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6168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81228-DD88-B975-B82C-8FC394F9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Datenbanken?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83C5D6-FC34-99A1-924C-C10979D61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50236" cy="4351338"/>
          </a:xfrm>
        </p:spPr>
        <p:txBody>
          <a:bodyPr/>
          <a:lstStyle/>
          <a:p>
            <a:r>
              <a:rPr lang="de-DE" dirty="0"/>
              <a:t>Wo waren Sie heute schon in einer Datenbank?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CA5FCE-D113-9395-A3EC-A264EF23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</p:spTree>
    <p:extLst>
      <p:ext uri="{BB962C8B-B14F-4D97-AF65-F5344CB8AC3E}">
        <p14:creationId xmlns:p14="http://schemas.microsoft.com/office/powerpoint/2010/main" val="259443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2911A8-DB51-47A5-FA8E-A6556D148659}"/>
              </a:ext>
            </a:extLst>
          </p:cNvPr>
          <p:cNvSpPr txBox="1"/>
          <p:nvPr/>
        </p:nvSpPr>
        <p:spPr>
          <a:xfrm>
            <a:off x="6829796" y="4740626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https://github.com/sschaffenroth/2627_KI1_DB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8225724-0E11-1FE0-7EBB-53E5619312BB}"/>
              </a:ext>
            </a:extLst>
          </p:cNvPr>
          <p:cNvSpPr txBox="1"/>
          <p:nvPr/>
        </p:nvSpPr>
        <p:spPr>
          <a:xfrm>
            <a:off x="7981702" y="5109958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https://bycs.link/dbgit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E88BC85-23B3-8E13-15B4-423AC7E2B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858" y="1895372"/>
            <a:ext cx="6278479" cy="4060260"/>
          </a:xfrm>
        </p:spPr>
        <p:txBody>
          <a:bodyPr>
            <a:normAutofit/>
          </a:bodyPr>
          <a:lstStyle/>
          <a:p>
            <a:r>
              <a:rPr lang="de-DE" dirty="0"/>
              <a:t>TSV Grünwiese, Mitgliederliste, Stand September 2026</a:t>
            </a:r>
          </a:p>
          <a:p>
            <a:r>
              <a:rPr lang="de-DE" dirty="0"/>
              <a:t>Öffnen Sie Vereinsliste.csv in Excel oder Calc</a:t>
            </a:r>
          </a:p>
          <a:p>
            <a:r>
              <a:rPr lang="de-DE" dirty="0"/>
              <a:t>Sehen Sie die Liste in Ruhe durch — Zeile für Zeile</a:t>
            </a:r>
          </a:p>
          <a:p>
            <a:r>
              <a:rPr lang="de-DE" dirty="0"/>
              <a:t>Notieren Sie was problematisch sein könnte.</a:t>
            </a:r>
          </a:p>
        </p:txBody>
      </p:sp>
      <p:pic>
        <p:nvPicPr>
          <p:cNvPr id="13" name="Grafik 12" descr="Ein Bild, das Muster, Quadrat, Symmetrie, Kunst enthält.&#10;&#10;Automatisch generierte Beschreibung">
            <a:extLst>
              <a:ext uri="{FF2B5EF4-FFF2-40B4-BE49-F238E27FC236}">
                <a16:creationId xmlns:a16="http://schemas.microsoft.com/office/drawing/2014/main" id="{7ED8CE47-66F9-946B-673C-61AA5FF70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702" y="2415338"/>
            <a:ext cx="2220651" cy="222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7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Auftrag 2 · Zu zweit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E88BC85-23B3-8E13-15B4-423AC7E2B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858" y="1895372"/>
            <a:ext cx="6278479" cy="4060260"/>
          </a:xfrm>
        </p:spPr>
        <p:txBody>
          <a:bodyPr>
            <a:normAutofit/>
          </a:bodyPr>
          <a:lstStyle/>
          <a:p>
            <a:r>
              <a:rPr lang="de-DE" dirty="0"/>
              <a:t>Vergleichen Sie Ihre Notizen mit Ihrer Sitznachbarin oder Ihrem Sitznachbarn</a:t>
            </a:r>
          </a:p>
          <a:p>
            <a:r>
              <a:rPr lang="de-DE" dirty="0"/>
              <a:t>Welcher Probleme können dadurch entstehen?</a:t>
            </a:r>
          </a:p>
        </p:txBody>
      </p:sp>
    </p:spTree>
    <p:extLst>
      <p:ext uri="{BB962C8B-B14F-4D97-AF65-F5344CB8AC3E}">
        <p14:creationId xmlns:p14="http://schemas.microsoft.com/office/powerpoint/2010/main" val="344675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81228-DD88-B975-B82C-8FC394F9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in Datenablage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CA5FCE-D113-9395-A3EC-A264EF23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pic>
        <p:nvPicPr>
          <p:cNvPr id="14" name="Grafik 13" descr="Ein Bild, das Text, Screenshot, Diagramm, Design enthält.&#10;&#10;Automatisch generierte Beschreibung">
            <a:extLst>
              <a:ext uri="{FF2B5EF4-FFF2-40B4-BE49-F238E27FC236}">
                <a16:creationId xmlns:a16="http://schemas.microsoft.com/office/drawing/2014/main" id="{FC6144AE-5606-5A3E-0981-8FE706397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290" y="1551986"/>
            <a:ext cx="8509267" cy="474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2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81228-DD88-B975-B82C-8FC394F9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Jahresüberblick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CA5FCE-D113-9395-A3EC-A264EF23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pic>
        <p:nvPicPr>
          <p:cNvPr id="6" name="Picture 2" descr="07_Grafik_Jahr.png">
            <a:extLst>
              <a:ext uri="{FF2B5EF4-FFF2-40B4-BE49-F238E27FC236}">
                <a16:creationId xmlns:a16="http://schemas.microsoft.com/office/drawing/2014/main" id="{0F89C798-0F4B-35DE-DB57-69C59CEE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01829"/>
            <a:ext cx="11423904" cy="51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Wer passt auf die Daten auf?</a:t>
            </a:r>
          </a:p>
        </p:txBody>
      </p:sp>
      <p:pic>
        <p:nvPicPr>
          <p:cNvPr id="3" name="Picture 2" descr="07_Grafik_02_Dat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0276"/>
            <a:ext cx="11420856" cy="48814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81228-DD88-B975-B82C-8FC394F9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ein Datenbanksystem leistet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CA5FCE-D113-9395-A3EC-A264EF23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Schaffenroth, Sebastian | Datenbanken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D7DB89-42AE-5F49-47E8-EB59447F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837717"/>
              </p:ext>
            </p:extLst>
          </p:nvPr>
        </p:nvGraphicFramePr>
        <p:xfrm>
          <a:off x="419100" y="1529542"/>
          <a:ext cx="10546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400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Antwort des DBMS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400"/>
                        <a:t>Redundanz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Jede Information steht an genau einer Stelle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400"/>
                        <a:t>Widerspruch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Regeln, die falsche Daten gar nicht erst zulassen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400"/>
                        <a:t>Suchbarkeit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Eine Abfragesprache: die Frage hinschreiben, das System sucht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400"/>
                        <a:t>Mehrere Nutzer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Gleichzeitiges Arbeiten, ohne sich zu überschreiben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400" dirty="0" err="1"/>
                        <a:t>Ausfall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 err="1"/>
                        <a:t>Sicherung</a:t>
                      </a:r>
                      <a:r>
                        <a:rPr sz="2400" dirty="0"/>
                        <a:t> und </a:t>
                      </a:r>
                      <a:r>
                        <a:rPr sz="2400" dirty="0" err="1"/>
                        <a:t>Wiederherstellung</a:t>
                      </a:r>
                      <a:endParaRPr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020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Wer passt auf die Daten auf?</a:t>
            </a:r>
          </a:p>
        </p:txBody>
      </p:sp>
      <p:pic>
        <p:nvPicPr>
          <p:cNvPr id="3" name="Picture 2" descr="07_Grafik_03_DB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0276"/>
            <a:ext cx="11420856" cy="48814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 Datenbanksystem leistet</a:t>
            </a:r>
          </a:p>
        </p:txBody>
      </p:sp>
      <p:pic>
        <p:nvPicPr>
          <p:cNvPr id="3" name="Picture 2" descr="07_Grafik_05_Integrita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0276"/>
            <a:ext cx="11420856" cy="48814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 Datenbanksystem leistet</a:t>
            </a:r>
          </a:p>
        </p:txBody>
      </p:sp>
      <p:pic>
        <p:nvPicPr>
          <p:cNvPr id="3" name="Picture 2" descr="07_Grafik_06_Ab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0276"/>
            <a:ext cx="11420856" cy="48814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 Datenbanksystem leistet</a:t>
            </a:r>
          </a:p>
        </p:txBody>
      </p:sp>
      <p:pic>
        <p:nvPicPr>
          <p:cNvPr id="3" name="Picture 2" descr="07_Grafik_04_Persist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26328"/>
            <a:ext cx="11420856" cy="47893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Bevor es weitergeht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515600" cy="356616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205740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P4 · Die Mehrbenutzerfrage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Zwei Mitarbeiter der Werkstatt öffnen dieselbe Auftragsliste. Beide buchen zur selben Zeit eine Arbeitsstunde auf Auftrag 4711.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a)  Was passiert in einer Excel-Datei auf dem Netzlaufwerk?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b)  Was macht ein Datenbanksystem anders?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Vier Minuten. Erst jede und jeder für sich — im Skript notieren.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 Datenbanksystem leistet</a:t>
            </a:r>
          </a:p>
        </p:txBody>
      </p:sp>
      <p:pic>
        <p:nvPicPr>
          <p:cNvPr id="3" name="Picture 2" descr="07_Grafik_07_Mehrbenut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88172"/>
            <a:ext cx="11420856" cy="50657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 Datenbanksystem leistet</a:t>
            </a:r>
          </a:p>
        </p:txBody>
      </p:sp>
      <p:pic>
        <p:nvPicPr>
          <p:cNvPr id="3" name="Picture 2" descr="07_Grafik_08_Transak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18432"/>
            <a:ext cx="11420856" cy="46051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8" ma:contentTypeDescription="Ein neues Dokument erstellen." ma:contentTypeScope="" ma:versionID="1e042c8b5e5a08998db19a391547328a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b640cd5e428943d5f6880b32cd2bb466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a5535118-14b6-4b33-a4e2-2482394235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f399-1951-4138-a923-50b4bb941d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458A9E-F42E-43B0-AA33-D0857DEF82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a26f399-1951-4138-a923-50b4bb941d1d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348</Words>
  <Application>Microsoft Office PowerPoint</Application>
  <PresentationFormat>Breitbild</PresentationFormat>
  <Paragraphs>66</Paragraphs>
  <Slides>17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Arial</vt:lpstr>
      <vt:lpstr>Calibri</vt:lpstr>
      <vt:lpstr>Carlito</vt:lpstr>
      <vt:lpstr>Consolas</vt:lpstr>
      <vt:lpstr>LMSans10-Regular</vt:lpstr>
      <vt:lpstr>Office</vt:lpstr>
      <vt:lpstr>Datenbanken</vt:lpstr>
      <vt:lpstr>Sebastian Schaffenroth</vt:lpstr>
      <vt:lpstr>Datenbanken</vt:lpstr>
      <vt:lpstr>Warum Datenbanken?</vt:lpstr>
      <vt:lpstr>GIT</vt:lpstr>
      <vt:lpstr>Auftrag 2 · Zu zweit</vt:lpstr>
      <vt:lpstr>Probleme in Datenablage</vt:lpstr>
      <vt:lpstr>Jahresüberblick</vt:lpstr>
      <vt:lpstr>Wer passt auf die Daten auf?</vt:lpstr>
      <vt:lpstr>Was ein Datenbanksystem leistet</vt:lpstr>
      <vt:lpstr>Wer passt auf die Daten auf?</vt:lpstr>
      <vt:lpstr>Was ein Datenbanksystem leistet</vt:lpstr>
      <vt:lpstr>Was ein Datenbanksystem leistet</vt:lpstr>
      <vt:lpstr>Was ein Datenbanksystem leistet</vt:lpstr>
      <vt:lpstr>Bevor es weitergeht</vt:lpstr>
      <vt:lpstr>Was ein Datenbanksystem leistet</vt:lpstr>
      <vt:lpstr>Was ein Datenbanksystem leistet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16</cp:revision>
  <dcterms:created xsi:type="dcterms:W3CDTF">2025-03-19T14:45:56Z</dcterms:created>
  <dcterms:modified xsi:type="dcterms:W3CDTF">2026-09-17T05:57:48Z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  <property fmtid="{D5CDD505-2E9C-101B-9397-08002B2CF9AE}" pid="3" name="MediaServiceImageTags">
    <vt:lpwstr/>
  </property>
</Properties>
</file>